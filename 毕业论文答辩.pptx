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25"/>
  </p:notesMasterIdLst>
  <p:sldIdLst>
    <p:sldId id="409" r:id="rId3"/>
    <p:sldId id="410" r:id="rId4"/>
    <p:sldId id="411" r:id="rId5"/>
    <p:sldId id="413" r:id="rId6"/>
    <p:sldId id="414" r:id="rId7"/>
    <p:sldId id="412" r:id="rId8"/>
    <p:sldId id="415" r:id="rId9"/>
    <p:sldId id="416" r:id="rId10"/>
    <p:sldId id="417" r:id="rId11"/>
    <p:sldId id="418" r:id="rId12"/>
    <p:sldId id="419" r:id="rId13"/>
    <p:sldId id="420" r:id="rId14"/>
    <p:sldId id="421" r:id="rId15"/>
    <p:sldId id="422" r:id="rId16"/>
    <p:sldId id="423" r:id="rId17"/>
    <p:sldId id="424" r:id="rId18"/>
    <p:sldId id="425" r:id="rId19"/>
    <p:sldId id="426" r:id="rId20"/>
    <p:sldId id="434" r:id="rId21"/>
    <p:sldId id="427" r:id="rId22"/>
    <p:sldId id="264" r:id="rId23"/>
    <p:sldId id="258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7">
          <p15:clr>
            <a:srgbClr val="A4A3A4"/>
          </p15:clr>
        </p15:guide>
        <p15:guide id="2" pos="381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1568F"/>
    <a:srgbClr val="1C4F90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6331" autoAdjust="0"/>
  </p:normalViewPr>
  <p:slideViewPr>
    <p:cSldViewPr snapToGrid="0">
      <p:cViewPr>
        <p:scale>
          <a:sx n="90" d="100"/>
          <a:sy n="90" d="100"/>
        </p:scale>
        <p:origin x="1458" y="600"/>
      </p:cViewPr>
      <p:guideLst>
        <p:guide orient="horz" pos="2097"/>
        <p:guide pos="381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9:41.401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E1FE51-56ED-4F3D-BD18-3CBE1697EF30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CCBE89-2C87-4B32-9C74-6BFC6C9858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753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模板来自于：第一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CCBE89-2C87-4B32-9C74-6BFC6C98583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845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2000"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9">
            <a:extLst>
              <a:ext uri="{FF2B5EF4-FFF2-40B4-BE49-F238E27FC236}">
                <a16:creationId xmlns:a16="http://schemas.microsoft.com/office/drawing/2014/main" id="{4A6B202E-5CE9-1DFA-8193-D9AADE389B93}"/>
              </a:ext>
            </a:extLst>
          </p:cNvPr>
          <p:cNvSpPr txBox="1"/>
          <p:nvPr userDrawn="1"/>
        </p:nvSpPr>
        <p:spPr>
          <a:xfrm>
            <a:off x="11759951" y="0"/>
            <a:ext cx="43204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hlinkClick r:id="rId2"/>
              </a:rPr>
              <a:t>下载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</a:rPr>
              <a:t>http://www.1ppt.com/xiazai/</a:t>
            </a:r>
          </a:p>
        </p:txBody>
      </p:sp>
    </p:spTree>
    <p:extLst>
      <p:ext uri="{BB962C8B-B14F-4D97-AF65-F5344CB8AC3E}">
        <p14:creationId xmlns:p14="http://schemas.microsoft.com/office/powerpoint/2010/main" val="3277622564"/>
      </p:ext>
    </p:extLst>
  </p:cSld>
  <p:clrMapOvr>
    <a:masterClrMapping/>
  </p:clrMapOvr>
  <p:transition advTm="2000"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1396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085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1141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ags" Target="../tags/tag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</p:sldLayoutIdLst>
  <p:transition advTm="2000">
    <p:wedge/>
  </p:transition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1851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ibaotu.com/ppt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14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jianli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19" Type="http://schemas.openxmlformats.org/officeDocument/2006/relationships/customXml" Target="../ink/ink1.xml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shouchaoba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-8255"/>
            <a:ext cx="12263120" cy="6936105"/>
            <a:chOff x="0" y="-13"/>
            <a:chExt cx="19312" cy="10923"/>
          </a:xfrm>
        </p:grpSpPr>
        <p:sp>
          <p:nvSpPr>
            <p:cNvPr id="2050" name="等腰三角形 6"/>
            <p:cNvSpPr>
              <a:spLocks noChangeArrowheads="1"/>
            </p:cNvSpPr>
            <p:nvPr/>
          </p:nvSpPr>
          <p:spPr bwMode="auto">
            <a:xfrm rot="16200000">
              <a:off x="11492" y="2837"/>
              <a:ext cx="10314" cy="5077"/>
            </a:xfrm>
            <a:prstGeom prst="triangle">
              <a:avLst>
                <a:gd name="adj" fmla="val 50000"/>
              </a:avLst>
            </a:prstGeom>
            <a:solidFill>
              <a:srgbClr val="1C4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053" name="直接连接符 15"/>
            <p:cNvSpPr>
              <a:spLocks noChangeAspect="1" noChangeShapeType="1"/>
            </p:cNvSpPr>
            <p:nvPr/>
          </p:nvSpPr>
          <p:spPr bwMode="auto">
            <a:xfrm flipH="1">
              <a:off x="14531" y="535"/>
              <a:ext cx="4767" cy="4844"/>
            </a:xfrm>
            <a:prstGeom prst="line">
              <a:avLst/>
            </a:prstGeom>
            <a:noFill/>
            <a:ln w="6350">
              <a:solidFill>
                <a:srgbClr val="F2F2F2">
                  <a:alpha val="69019"/>
                </a:srgbClr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" name="直接连接符 16"/>
            <p:cNvSpPr>
              <a:spLocks noChangeAspect="1" noChangeShapeType="1"/>
            </p:cNvSpPr>
            <p:nvPr/>
          </p:nvSpPr>
          <p:spPr bwMode="auto">
            <a:xfrm>
              <a:off x="14545" y="5382"/>
              <a:ext cx="4767" cy="4844"/>
            </a:xfrm>
            <a:prstGeom prst="line">
              <a:avLst/>
            </a:prstGeom>
            <a:noFill/>
            <a:ln w="6350">
              <a:solidFill>
                <a:srgbClr val="F2F2F2">
                  <a:alpha val="69019"/>
                </a:srgbClr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直接连接符 22"/>
            <p:cNvSpPr>
              <a:spLocks noChangeAspect="1" noChangeShapeType="1"/>
            </p:cNvSpPr>
            <p:nvPr/>
          </p:nvSpPr>
          <p:spPr bwMode="auto">
            <a:xfrm rot="16200000" flipH="1">
              <a:off x="8327" y="-54"/>
              <a:ext cx="5385" cy="5468"/>
            </a:xfrm>
            <a:prstGeom prst="line">
              <a:avLst/>
            </a:prstGeom>
            <a:noFill/>
            <a:ln w="6350">
              <a:solidFill>
                <a:schemeClr val="bg2">
                  <a:lumMod val="85000"/>
                </a:schemeClr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直接连接符 23"/>
            <p:cNvSpPr>
              <a:spLocks noChangeAspect="1" noChangeShapeType="1"/>
            </p:cNvSpPr>
            <p:nvPr/>
          </p:nvSpPr>
          <p:spPr bwMode="auto">
            <a:xfrm rot="16200000" flipH="1">
              <a:off x="8038" y="-53"/>
              <a:ext cx="5383" cy="5470"/>
            </a:xfrm>
            <a:prstGeom prst="line">
              <a:avLst/>
            </a:prstGeom>
            <a:noFill/>
            <a:ln w="6350">
              <a:solidFill>
                <a:srgbClr val="1C4F90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" name="直接连接符 24"/>
            <p:cNvSpPr>
              <a:spLocks noChangeAspect="1" noChangeShapeType="1"/>
            </p:cNvSpPr>
            <p:nvPr/>
          </p:nvSpPr>
          <p:spPr bwMode="auto">
            <a:xfrm rot="5400000">
              <a:off x="8166" y="5328"/>
              <a:ext cx="5539" cy="5625"/>
            </a:xfrm>
            <a:prstGeom prst="line">
              <a:avLst/>
            </a:prstGeom>
            <a:noFill/>
            <a:ln w="6350">
              <a:solidFill>
                <a:schemeClr val="bg2">
                  <a:lumMod val="85000"/>
                </a:schemeClr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" name="直接连接符 25"/>
            <p:cNvSpPr>
              <a:spLocks noChangeAspect="1" noChangeShapeType="1"/>
            </p:cNvSpPr>
            <p:nvPr/>
          </p:nvSpPr>
          <p:spPr bwMode="auto">
            <a:xfrm rot="5400000">
              <a:off x="7933" y="5328"/>
              <a:ext cx="5500" cy="5588"/>
            </a:xfrm>
            <a:prstGeom prst="line">
              <a:avLst/>
            </a:prstGeom>
            <a:noFill/>
            <a:ln w="6350">
              <a:solidFill>
                <a:srgbClr val="1C4F90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4" name="图片 3" descr="千库网_大学校园教室_摄影图编号49875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876" y="5560"/>
              <a:ext cx="10306" cy="5243"/>
            </a:xfrm>
            <a:prstGeom prst="triangle">
              <a:avLst>
                <a:gd name="adj" fmla="val 50005"/>
              </a:avLst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flipV="1">
              <a:off x="8675" y="0"/>
              <a:ext cx="10531" cy="5370"/>
            </a:xfrm>
            <a:prstGeom prst="triangle">
              <a:avLst>
                <a:gd name="adj" fmla="val 50356"/>
              </a:avLst>
            </a:prstGeom>
          </p:spPr>
        </p:pic>
        <p:grpSp>
          <p:nvGrpSpPr>
            <p:cNvPr id="11" name="组合 10"/>
            <p:cNvGrpSpPr/>
            <p:nvPr/>
          </p:nvGrpSpPr>
          <p:grpSpPr>
            <a:xfrm>
              <a:off x="1242" y="878"/>
              <a:ext cx="823" cy="823"/>
              <a:chOff x="1302" y="998"/>
              <a:chExt cx="1982" cy="1982"/>
            </a:xfrm>
          </p:grpSpPr>
          <p:sp>
            <p:nvSpPr>
              <p:cNvPr id="9" name="Oval 2287"/>
              <p:cNvSpPr/>
              <p:nvPr/>
            </p:nvSpPr>
            <p:spPr>
              <a:xfrm>
                <a:off x="1302" y="998"/>
                <a:ext cx="1982" cy="1982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15875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 scaled="1"/>
                </a:gradFill>
              </a:ln>
              <a:effectLst>
                <a:outerShdw blurRad="63500" dist="25400" dir="2700000" algn="tl" rotWithShape="0">
                  <a:schemeClr val="tx1">
                    <a:lumMod val="50000"/>
                    <a:lumOff val="50000"/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思源宋体" panose="02020400000000000000" charset="-122"/>
                </a:endParaRPr>
              </a:p>
            </p:txBody>
          </p:sp>
          <p:sp>
            <p:nvSpPr>
              <p:cNvPr id="25" name="Oval 2287"/>
              <p:cNvSpPr/>
              <p:nvPr/>
            </p:nvSpPr>
            <p:spPr>
              <a:xfrm>
                <a:off x="1435" y="1130"/>
                <a:ext cx="1717" cy="1717"/>
              </a:xfrm>
              <a:prstGeom prst="ellipse">
                <a:avLst/>
              </a:prstGeom>
              <a:solidFill>
                <a:srgbClr val="1C4F90"/>
              </a:solidFill>
              <a:ln w="15875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 scaled="1"/>
                </a:gradFill>
              </a:ln>
              <a:effectLst>
                <a:outerShdw blurRad="63500" dist="25400" dir="2700000" algn="tl" rotWithShape="0">
                  <a:schemeClr val="tx1">
                    <a:lumMod val="50000"/>
                    <a:lumOff val="50000"/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思源宋体" panose="02020400000000000000" charset="-122"/>
                </a:endParaRPr>
              </a:p>
            </p:txBody>
          </p:sp>
          <p:pic>
            <p:nvPicPr>
              <p:cNvPr id="10" name="图片 9" descr="343435383036383b343533323532303bb1cfd2b5d4bad0a3"/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729" y="1449"/>
                <a:ext cx="1050" cy="1050"/>
              </a:xfrm>
              <a:prstGeom prst="rect">
                <a:avLst/>
              </a:prstGeom>
            </p:spPr>
          </p:pic>
        </p:grpSp>
        <p:grpSp>
          <p:nvGrpSpPr>
            <p:cNvPr id="13" name="组合 12"/>
            <p:cNvGrpSpPr/>
            <p:nvPr/>
          </p:nvGrpSpPr>
          <p:grpSpPr>
            <a:xfrm>
              <a:off x="1002" y="3334"/>
              <a:ext cx="10069" cy="4134"/>
              <a:chOff x="982" y="3395"/>
              <a:chExt cx="10069" cy="4134"/>
            </a:xfrm>
          </p:grpSpPr>
          <p:sp>
            <p:nvSpPr>
              <p:cNvPr id="7" name="文本框 6"/>
              <p:cNvSpPr txBox="1"/>
              <p:nvPr/>
            </p:nvSpPr>
            <p:spPr>
              <a:xfrm>
                <a:off x="982" y="3395"/>
                <a:ext cx="9888" cy="20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8000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毕业答辩汇报</a:t>
                </a:r>
              </a:p>
            </p:txBody>
          </p:sp>
          <p:sp>
            <p:nvSpPr>
              <p:cNvPr id="28" name="文本框 27"/>
              <p:cNvSpPr txBox="1"/>
              <p:nvPr userDrawn="1"/>
            </p:nvSpPr>
            <p:spPr>
              <a:xfrm>
                <a:off x="1162" y="5477"/>
                <a:ext cx="9889" cy="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here.Enter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core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here.Enter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core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content.Enter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content.Enter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content.Enter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content.</a:t>
                </a:r>
              </a:p>
            </p:txBody>
          </p:sp>
          <p:sp>
            <p:nvSpPr>
              <p:cNvPr id="29" name="文本框 28"/>
              <p:cNvSpPr txBox="1"/>
              <p:nvPr userDrawn="1"/>
            </p:nvSpPr>
            <p:spPr>
              <a:xfrm>
                <a:off x="1320" y="6993"/>
                <a:ext cx="2950" cy="536"/>
              </a:xfrm>
              <a:prstGeom prst="roundRect">
                <a:avLst/>
              </a:prstGeom>
              <a:solidFill>
                <a:srgbClr val="1C4F90"/>
              </a:solidFill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4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答辩人：第一</a:t>
                </a:r>
                <a:r>
                  <a:rPr lang="en-US" altLang="zh-CN" sz="14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PPT</a:t>
                </a:r>
                <a:endParaRPr lang="zh-CN" altLang="en-US" sz="1400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endParaRPr>
              </a:p>
            </p:txBody>
          </p:sp>
          <p:sp>
            <p:nvSpPr>
              <p:cNvPr id="30" name="文本框 29"/>
              <p:cNvSpPr txBox="1"/>
              <p:nvPr userDrawn="1"/>
            </p:nvSpPr>
            <p:spPr>
              <a:xfrm>
                <a:off x="5000" y="6993"/>
                <a:ext cx="2498" cy="535"/>
              </a:xfrm>
              <a:prstGeom prst="roundRect">
                <a:avLst/>
              </a:prstGeom>
              <a:solidFill>
                <a:srgbClr val="1C4F90"/>
              </a:solidFill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4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院校：第一</a:t>
                </a:r>
                <a:r>
                  <a:rPr lang="en-US" altLang="zh-CN" sz="14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PPT</a:t>
                </a:r>
                <a:endParaRPr lang="zh-CN" altLang="en-US" sz="1400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211" y="1048"/>
              <a:ext cx="286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教育学院</a:t>
              </a:r>
            </a:p>
          </p:txBody>
        </p:sp>
        <p:sp>
          <p:nvSpPr>
            <p:cNvPr id="14" name="直角三角形 13"/>
            <p:cNvSpPr/>
            <p:nvPr/>
          </p:nvSpPr>
          <p:spPr>
            <a:xfrm>
              <a:off x="0" y="9777"/>
              <a:ext cx="1241" cy="1023"/>
            </a:xfrm>
            <a:prstGeom prst="rtTriangle">
              <a:avLst/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直角三角形 14"/>
            <p:cNvSpPr/>
            <p:nvPr/>
          </p:nvSpPr>
          <p:spPr>
            <a:xfrm flipV="1">
              <a:off x="0" y="-12"/>
              <a:ext cx="1241" cy="1023"/>
            </a:xfrm>
            <a:prstGeom prst="rtTriangle">
              <a:avLst/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7993" y="1620"/>
              <a:ext cx="1163" cy="751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schemeClr val="bg2">
                      <a:lumMod val="85000"/>
                      <a:alpha val="12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REPLY TO REPORT</a:t>
              </a:r>
            </a:p>
          </p:txBody>
        </p:sp>
      </p:grpSp>
    </p:spTree>
    <p:custDataLst>
      <p:tags r:id="rId1"/>
    </p:custData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136525" y="118110"/>
            <a:ext cx="12555855" cy="6739890"/>
            <a:chOff x="-215" y="186"/>
            <a:chExt cx="19773" cy="10614"/>
          </a:xfrm>
        </p:grpSpPr>
        <p:sp>
          <p:nvSpPr>
            <p:cNvPr id="15" name="文本框 14"/>
            <p:cNvSpPr txBox="1"/>
            <p:nvPr/>
          </p:nvSpPr>
          <p:spPr>
            <a:xfrm>
              <a:off x="1534" y="1395"/>
              <a:ext cx="4423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48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目录标题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749" y="2570"/>
              <a:ext cx="403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DIRECTORY TITLE</a:t>
              </a:r>
            </a:p>
          </p:txBody>
        </p:sp>
        <p:sp>
          <p:nvSpPr>
            <p:cNvPr id="74" name="矩形: 圆角 73"/>
            <p:cNvSpPr/>
            <p:nvPr/>
          </p:nvSpPr>
          <p:spPr>
            <a:xfrm>
              <a:off x="1848" y="3856"/>
              <a:ext cx="3677" cy="4749"/>
            </a:xfrm>
            <a:prstGeom prst="roundRect">
              <a:avLst>
                <a:gd name="adj" fmla="val 274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5" name="矩形: 圆角 74"/>
            <p:cNvSpPr/>
            <p:nvPr/>
          </p:nvSpPr>
          <p:spPr>
            <a:xfrm>
              <a:off x="6103" y="3856"/>
              <a:ext cx="3677" cy="4749"/>
            </a:xfrm>
            <a:prstGeom prst="roundRect">
              <a:avLst>
                <a:gd name="adj" fmla="val 274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6" name="矩形: 圆角 75"/>
            <p:cNvSpPr/>
            <p:nvPr/>
          </p:nvSpPr>
          <p:spPr>
            <a:xfrm>
              <a:off x="10357" y="3856"/>
              <a:ext cx="3677" cy="4749"/>
            </a:xfrm>
            <a:prstGeom prst="roundRect">
              <a:avLst>
                <a:gd name="adj" fmla="val 274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7" name="矩形: 圆角 76"/>
            <p:cNvSpPr/>
            <p:nvPr/>
          </p:nvSpPr>
          <p:spPr>
            <a:xfrm>
              <a:off x="14612" y="3856"/>
              <a:ext cx="3677" cy="4749"/>
            </a:xfrm>
            <a:prstGeom prst="roundRect">
              <a:avLst>
                <a:gd name="adj" fmla="val 274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8" name="矩形 77"/>
            <p:cNvSpPr/>
            <p:nvPr/>
          </p:nvSpPr>
          <p:spPr>
            <a:xfrm>
              <a:off x="1848" y="4407"/>
              <a:ext cx="3692" cy="815"/>
            </a:xfrm>
            <a:prstGeom prst="rect">
              <a:avLst/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dirty="0">
                  <a:solidFill>
                    <a:prstClr val="whit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Aharoni" panose="02010803020104030203" pitchFamily="2" charset="-79"/>
                </a:rPr>
                <a:t>PART 01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Aharoni" panose="02010803020104030203" pitchFamily="2" charset="-79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6103" y="4407"/>
              <a:ext cx="3692" cy="815"/>
            </a:xfrm>
            <a:prstGeom prst="rect">
              <a:avLst/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dirty="0">
                  <a:solidFill>
                    <a:prstClr val="whit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Aharoni" panose="02010803020104030203" pitchFamily="2" charset="-79"/>
                  <a:sym typeface="+mn-ea"/>
                </a:rPr>
                <a:t>PART 02</a:t>
              </a:r>
            </a:p>
          </p:txBody>
        </p:sp>
        <p:sp>
          <p:nvSpPr>
            <p:cNvPr id="89" name="矩形 88"/>
            <p:cNvSpPr/>
            <p:nvPr/>
          </p:nvSpPr>
          <p:spPr>
            <a:xfrm>
              <a:off x="10358" y="4407"/>
              <a:ext cx="3692" cy="815"/>
            </a:xfrm>
            <a:prstGeom prst="rect">
              <a:avLst/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dirty="0">
                  <a:solidFill>
                    <a:prstClr val="whit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Aharoni" panose="02010803020104030203" pitchFamily="2" charset="-79"/>
                  <a:sym typeface="+mn-ea"/>
                </a:rPr>
                <a:t>PART 03</a:t>
              </a:r>
            </a:p>
          </p:txBody>
        </p:sp>
        <p:sp>
          <p:nvSpPr>
            <p:cNvPr id="95" name="矩形 94"/>
            <p:cNvSpPr/>
            <p:nvPr/>
          </p:nvSpPr>
          <p:spPr>
            <a:xfrm>
              <a:off x="14612" y="4407"/>
              <a:ext cx="3692" cy="815"/>
            </a:xfrm>
            <a:prstGeom prst="rect">
              <a:avLst/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dirty="0">
                  <a:solidFill>
                    <a:prstClr val="whit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Aharoni" panose="02010803020104030203" pitchFamily="2" charset="-79"/>
                  <a:sym typeface="+mn-ea"/>
                </a:rPr>
                <a:t>PART 04</a:t>
              </a: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2309" y="5572"/>
              <a:ext cx="2848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输入标题</a:t>
              </a: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1901" y="6513"/>
              <a:ext cx="3586" cy="1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core content here.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core content here.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content.</a:t>
              </a: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6525" y="5572"/>
              <a:ext cx="2848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输入标题</a:t>
              </a: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6117" y="6513"/>
              <a:ext cx="3586" cy="2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defRPr>
              </a:lvl1pPr>
            </a:lstStyle>
            <a:p>
              <a:r>
                <a:rPr lang="en-US" altLang="zh-CN" dirty="0">
                  <a:sym typeface="+mn-ea"/>
                </a:rPr>
                <a:t>Enter the core content here.</a:t>
              </a:r>
            </a:p>
            <a:p>
              <a:r>
                <a:rPr lang="en-US" altLang="zh-CN" dirty="0">
                  <a:sym typeface="+mn-ea"/>
                </a:rPr>
                <a:t>Enter the core content here.</a:t>
              </a:r>
            </a:p>
            <a:p>
              <a:r>
                <a:rPr lang="en-US" altLang="zh-CN" dirty="0">
                  <a:sym typeface="+mn-ea"/>
                </a:rPr>
                <a:t>Enter the content.</a:t>
              </a: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0780" y="5572"/>
              <a:ext cx="2848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输入标题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0372" y="6513"/>
              <a:ext cx="3586" cy="2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defRPr>
              </a:lvl1pPr>
            </a:lstStyle>
            <a:p>
              <a:r>
                <a:rPr lang="en-US" altLang="zh-CN" dirty="0">
                  <a:sym typeface="+mn-ea"/>
                </a:rPr>
                <a:t>Enter the core content here.</a:t>
              </a:r>
            </a:p>
            <a:p>
              <a:r>
                <a:rPr lang="en-US" altLang="zh-CN" dirty="0">
                  <a:sym typeface="+mn-ea"/>
                </a:rPr>
                <a:t>Enter the core content here.</a:t>
              </a:r>
            </a:p>
            <a:p>
              <a:r>
                <a:rPr lang="en-US" altLang="zh-CN" dirty="0">
                  <a:sym typeface="+mn-ea"/>
                </a:rPr>
                <a:t>Enter the content.</a:t>
              </a: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5034" y="5572"/>
              <a:ext cx="2848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输入标题</a:t>
              </a: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4626" y="6513"/>
              <a:ext cx="3586" cy="2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defRPr>
              </a:lvl1pPr>
            </a:lstStyle>
            <a:p>
              <a:r>
                <a:rPr lang="en-US" altLang="zh-CN" dirty="0">
                  <a:sym typeface="+mn-ea"/>
                </a:rPr>
                <a:t>Enter the core content here.</a:t>
              </a:r>
            </a:p>
            <a:p>
              <a:r>
                <a:rPr lang="en-US" altLang="zh-CN" dirty="0">
                  <a:sym typeface="+mn-ea"/>
                </a:rPr>
                <a:t>Enter the core content here.</a:t>
              </a:r>
            </a:p>
            <a:p>
              <a:r>
                <a:rPr lang="en-US" altLang="zh-CN" dirty="0">
                  <a:sym typeface="+mn-ea"/>
                </a:rPr>
                <a:t>Enter the content.</a:t>
              </a:r>
            </a:p>
          </p:txBody>
        </p:sp>
        <p:grpSp>
          <p:nvGrpSpPr>
            <p:cNvPr id="6" name="组合 5"/>
            <p:cNvGrpSpPr/>
            <p:nvPr/>
          </p:nvGrpSpPr>
          <p:grpSpPr>
            <a:xfrm flipH="1" flipV="1">
              <a:off x="16994" y="8578"/>
              <a:ext cx="2564" cy="2222"/>
              <a:chOff x="-249" y="-12"/>
              <a:chExt cx="1780" cy="1542"/>
            </a:xfrm>
          </p:grpSpPr>
          <p:sp>
            <p:nvSpPr>
              <p:cNvPr id="4" name="直角三角形 3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直角三角形 4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-215" y="186"/>
              <a:ext cx="2564" cy="2222"/>
              <a:chOff x="-249" y="-12"/>
              <a:chExt cx="1780" cy="1542"/>
            </a:xfrm>
          </p:grpSpPr>
          <p:sp>
            <p:nvSpPr>
              <p:cNvPr id="8" name="直角三角形 7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493E6512-AC76-9A71-3CFA-980E8BFD20F0}"/>
              </a:ext>
            </a:extLst>
          </p:cNvPr>
          <p:cNvSpPr txBox="1"/>
          <p:nvPr/>
        </p:nvSpPr>
        <p:spPr>
          <a:xfrm>
            <a:off x="0" y="16363"/>
            <a:ext cx="453651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</a:rPr>
              <a:t>下载 </a:t>
            </a:r>
            <a:r>
              <a:rPr lang="en-US" altLang="zh-CN" sz="100" dirty="0">
                <a:noFill/>
                <a:latin typeface="微软雅黑" panose="020B0503020204020204" pitchFamily="34" charset="-122"/>
              </a:rPr>
              <a:t>http://www.1ppt.com/xiazai/</a:t>
            </a:r>
          </a:p>
        </p:txBody>
      </p:sp>
    </p:spTree>
    <p:custDataLst>
      <p:tags r:id="rId1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-1246505" y="-1269365"/>
            <a:ext cx="4191000" cy="2555240"/>
            <a:chOff x="-1277" y="-1319"/>
            <a:chExt cx="4304" cy="2624"/>
          </a:xfrm>
        </p:grpSpPr>
        <p:sp>
          <p:nvSpPr>
            <p:cNvPr id="3" name="直角三角形 2"/>
            <p:cNvSpPr/>
            <p:nvPr/>
          </p:nvSpPr>
          <p:spPr>
            <a:xfrm rot="2700000" flipH="1">
              <a:off x="-1277" y="-1319"/>
              <a:ext cx="2624" cy="2624"/>
            </a:xfrm>
            <a:prstGeom prst="rtTriangle">
              <a:avLst/>
            </a:prstGeom>
            <a:solidFill>
              <a:schemeClr val="bg2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C4F90"/>
                </a:solidFill>
              </a:endParaRPr>
            </a:p>
          </p:txBody>
        </p:sp>
        <p:sp>
          <p:nvSpPr>
            <p:cNvPr id="30" name="直角三角形 29"/>
            <p:cNvSpPr/>
            <p:nvPr/>
          </p:nvSpPr>
          <p:spPr>
            <a:xfrm rot="2700000" flipH="1">
              <a:off x="403" y="-1319"/>
              <a:ext cx="2624" cy="2624"/>
            </a:xfrm>
            <a:prstGeom prst="rtTriangle">
              <a:avLst/>
            </a:prstGeom>
            <a:solidFill>
              <a:srgbClr val="1C4F9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C4F90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724785" y="991235"/>
            <a:ext cx="6743065" cy="3757930"/>
            <a:chOff x="4291" y="1561"/>
            <a:chExt cx="10619" cy="5918"/>
          </a:xfrm>
        </p:grpSpPr>
        <p:sp>
          <p:nvSpPr>
            <p:cNvPr id="34" name="文本框 33"/>
            <p:cNvSpPr txBox="1"/>
            <p:nvPr/>
          </p:nvSpPr>
          <p:spPr>
            <a:xfrm>
              <a:off x="4291" y="4202"/>
              <a:ext cx="10486" cy="2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80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在此输入标题</a:t>
              </a: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4291" y="6076"/>
              <a:ext cx="10619" cy="1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8459" y="1561"/>
              <a:ext cx="2150" cy="2052"/>
              <a:chOff x="8884" y="1621"/>
              <a:chExt cx="2150" cy="2052"/>
            </a:xfrm>
          </p:grpSpPr>
          <p:sp>
            <p:nvSpPr>
              <p:cNvPr id="13" name="直角三角形 12"/>
              <p:cNvSpPr/>
              <p:nvPr/>
            </p:nvSpPr>
            <p:spPr>
              <a:xfrm rot="2700000" flipH="1">
                <a:off x="8933" y="1621"/>
                <a:ext cx="2052" cy="2052"/>
              </a:xfrm>
              <a:prstGeom prst="rtTriangle">
                <a:avLst/>
              </a:prstGeom>
              <a:solidFill>
                <a:schemeClr val="bg2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  <p:sp>
            <p:nvSpPr>
              <p:cNvPr id="51" name="等腰三角形 50"/>
              <p:cNvSpPr/>
              <p:nvPr/>
            </p:nvSpPr>
            <p:spPr>
              <a:xfrm flipV="1">
                <a:off x="8884" y="2319"/>
                <a:ext cx="2151" cy="1355"/>
              </a:xfrm>
              <a:prstGeom prst="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</p:grpSp>
        <p:sp>
          <p:nvSpPr>
            <p:cNvPr id="15" name="文本框 14"/>
            <p:cNvSpPr txBox="1"/>
            <p:nvPr/>
          </p:nvSpPr>
          <p:spPr>
            <a:xfrm>
              <a:off x="8948" y="2171"/>
              <a:ext cx="1174" cy="10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01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9057005" y="5485130"/>
            <a:ext cx="4485640" cy="2734945"/>
            <a:chOff x="16183" y="9681"/>
            <a:chExt cx="4304" cy="2624"/>
          </a:xfrm>
        </p:grpSpPr>
        <p:sp>
          <p:nvSpPr>
            <p:cNvPr id="9" name="直角三角形 8"/>
            <p:cNvSpPr/>
            <p:nvPr/>
          </p:nvSpPr>
          <p:spPr>
            <a:xfrm rot="18900000" flipH="1" flipV="1">
              <a:off x="17863" y="9681"/>
              <a:ext cx="2624" cy="2624"/>
            </a:xfrm>
            <a:prstGeom prst="rtTriangle">
              <a:avLst/>
            </a:prstGeom>
            <a:solidFill>
              <a:schemeClr val="bg2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C4F90"/>
                </a:solidFill>
              </a:endParaRPr>
            </a:p>
          </p:txBody>
        </p:sp>
        <p:sp>
          <p:nvSpPr>
            <p:cNvPr id="10" name="直角三角形 9"/>
            <p:cNvSpPr/>
            <p:nvPr/>
          </p:nvSpPr>
          <p:spPr>
            <a:xfrm rot="18900000" flipH="1" flipV="1">
              <a:off x="16183" y="9681"/>
              <a:ext cx="2624" cy="2624"/>
            </a:xfrm>
            <a:prstGeom prst="rtTriangle">
              <a:avLst/>
            </a:prstGeom>
            <a:solidFill>
              <a:srgbClr val="1C4F9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C4F9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2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-227965" y="0"/>
            <a:ext cx="11194415" cy="5672455"/>
            <a:chOff x="-359" y="0"/>
            <a:chExt cx="17629" cy="8933"/>
          </a:xfrm>
        </p:grpSpPr>
        <p:grpSp>
          <p:nvGrpSpPr>
            <p:cNvPr id="2" name="组合 1"/>
            <p:cNvGrpSpPr/>
            <p:nvPr/>
          </p:nvGrpSpPr>
          <p:grpSpPr>
            <a:xfrm>
              <a:off x="1887" y="2769"/>
              <a:ext cx="15383" cy="6164"/>
              <a:chOff x="1887" y="2769"/>
              <a:chExt cx="15383" cy="6164"/>
            </a:xfrm>
          </p:grpSpPr>
          <p:cxnSp>
            <p:nvCxnSpPr>
              <p:cNvPr id="56" name="直接连接符 55"/>
              <p:cNvCxnSpPr/>
              <p:nvPr/>
            </p:nvCxnSpPr>
            <p:spPr>
              <a:xfrm>
                <a:off x="1887" y="5842"/>
                <a:ext cx="15383" cy="0"/>
              </a:xfrm>
              <a:prstGeom prst="line">
                <a:avLst/>
              </a:prstGeom>
              <a:ln w="3175" cap="rnd">
                <a:solidFill>
                  <a:srgbClr val="1C4F9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ïṥliďè"/>
              <p:cNvSpPr/>
              <p:nvPr/>
            </p:nvSpPr>
            <p:spPr>
              <a:xfrm>
                <a:off x="6785" y="2769"/>
                <a:ext cx="5736" cy="5789"/>
              </a:xfrm>
              <a:prstGeom prst="diamond">
                <a:avLst/>
              </a:prstGeom>
              <a:solidFill>
                <a:srgbClr val="1C4F90"/>
              </a:solidFill>
              <a:ln>
                <a:noFill/>
              </a:ln>
              <a:effectLst>
                <a:outerShdw dist="38100" algn="l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51837" tIns="25917" rIns="51837" bIns="25917" numCol="1" spcCol="0" rtlCol="0" fromWordArt="0" anchor="ctr" anchorCtr="0" forceAA="0" compatLnSpc="1">
                <a:normAutofit/>
              </a:bodyPr>
              <a:lstStyle/>
              <a:p>
                <a:pPr algn="ctr"/>
                <a:endParaRPr lang="id-ID" altLang="zh-CN" sz="1415" i="1" u="sng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endParaRPr>
              </a:p>
            </p:txBody>
          </p:sp>
          <p:sp>
            <p:nvSpPr>
              <p:cNvPr id="58" name="íşľïde"/>
              <p:cNvSpPr/>
              <p:nvPr/>
            </p:nvSpPr>
            <p:spPr>
              <a:xfrm>
                <a:off x="5283" y="5344"/>
                <a:ext cx="2878" cy="997"/>
              </a:xfrm>
              <a:prstGeom prst="flowChartPreparation">
                <a:avLst/>
              </a:prstGeom>
              <a:solidFill>
                <a:srgbClr val="1C4F90"/>
              </a:solidFill>
              <a:ln w="3175">
                <a:noFill/>
              </a:ln>
            </p:spPr>
            <p:txBody>
              <a:bodyPr wrap="square" lIns="51837" tIns="25917" rIns="51837" bIns="25917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02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198,311$</a:t>
                </a:r>
              </a:p>
            </p:txBody>
          </p:sp>
          <p:sp>
            <p:nvSpPr>
              <p:cNvPr id="59" name="íṩlíḑe"/>
              <p:cNvSpPr/>
              <p:nvPr/>
            </p:nvSpPr>
            <p:spPr>
              <a:xfrm>
                <a:off x="11048" y="5344"/>
                <a:ext cx="2878" cy="997"/>
              </a:xfrm>
              <a:prstGeom prst="flowChartPreparation">
                <a:avLst/>
              </a:prstGeom>
              <a:solidFill>
                <a:srgbClr val="1C4F90"/>
              </a:solidFill>
              <a:ln w="3175">
                <a:noFill/>
              </a:ln>
            </p:spPr>
            <p:txBody>
              <a:bodyPr wrap="square" lIns="51837" tIns="25917" rIns="51837" bIns="25917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015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 213,351$</a:t>
                </a:r>
                <a:endParaRPr lang="en-US" altLang="zh-CN" sz="1020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pic>
            <p:nvPicPr>
              <p:cNvPr id="4" name="图片 3" descr="C:\Users\Administrator\Downloads\02.千库\毕业答辩\千库网_校园美好同学纪念_摄影图编号80194.jpg千库网_校园美好同学纪念_摄影图编号80194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7218" y="3249"/>
                <a:ext cx="4764" cy="4829"/>
              </a:xfrm>
              <a:prstGeom prst="diamond">
                <a:avLst/>
              </a:prstGeom>
            </p:spPr>
          </p:pic>
          <p:sp>
            <p:nvSpPr>
              <p:cNvPr id="3" name="文本框 99"/>
              <p:cNvSpPr txBox="1"/>
              <p:nvPr/>
            </p:nvSpPr>
            <p:spPr bwMode="auto">
              <a:xfrm>
                <a:off x="12359" y="3678"/>
                <a:ext cx="4082" cy="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8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</a:t>
                </a:r>
                <a:r>
                  <a:rPr lang="en-US" altLang="zh-CN" sz="8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</a:p>
              <a:p>
                <a:pPr algn="l">
                  <a:lnSpc>
                    <a:spcPct val="150000"/>
                  </a:lnSpc>
                </a:pP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8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</a:t>
                </a:r>
                <a:r>
                  <a:rPr lang="en-US" altLang="zh-CN" sz="8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</a:p>
              <a:p>
                <a:pPr algn="l">
                  <a:lnSpc>
                    <a:spcPct val="150000"/>
                  </a:lnSpc>
                </a:pP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8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</a:p>
            </p:txBody>
          </p:sp>
          <p:sp>
            <p:nvSpPr>
              <p:cNvPr id="5" name="文本框 100"/>
              <p:cNvSpPr txBox="1"/>
              <p:nvPr/>
            </p:nvSpPr>
            <p:spPr bwMode="auto">
              <a:xfrm>
                <a:off x="12359" y="2989"/>
                <a:ext cx="3377" cy="6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600" b="1" dirty="0">
                    <a:solidFill>
                      <a:srgbClr val="1C4F90"/>
                    </a:solidFill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EDIT CORE TEXT</a:t>
                </a:r>
              </a:p>
            </p:txBody>
          </p:sp>
          <p:sp>
            <p:nvSpPr>
              <p:cNvPr id="6" name="文本框 99"/>
              <p:cNvSpPr txBox="1"/>
              <p:nvPr/>
            </p:nvSpPr>
            <p:spPr bwMode="auto">
              <a:xfrm>
                <a:off x="12359" y="7190"/>
                <a:ext cx="4082" cy="17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8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defRPr>
                </a:lvl1pPr>
              </a:lstStyle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</a:p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</a:p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</a:p>
            </p:txBody>
          </p:sp>
          <p:sp>
            <p:nvSpPr>
              <p:cNvPr id="7" name="文本框 100"/>
              <p:cNvSpPr txBox="1"/>
              <p:nvPr/>
            </p:nvSpPr>
            <p:spPr bwMode="auto">
              <a:xfrm>
                <a:off x="12359" y="6501"/>
                <a:ext cx="3377" cy="6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600" b="1" dirty="0">
                    <a:solidFill>
                      <a:srgbClr val="1C4F90"/>
                    </a:solidFill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EDIT CORE TEXT</a:t>
                </a:r>
              </a:p>
            </p:txBody>
          </p:sp>
          <p:sp>
            <p:nvSpPr>
              <p:cNvPr id="8" name="文本框 99"/>
              <p:cNvSpPr txBox="1"/>
              <p:nvPr/>
            </p:nvSpPr>
            <p:spPr bwMode="auto">
              <a:xfrm>
                <a:off x="2959" y="3678"/>
                <a:ext cx="4082" cy="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8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</a:t>
                </a:r>
                <a:r>
                  <a:rPr lang="en-US" altLang="zh-CN" sz="8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</a:p>
              <a:p>
                <a:pPr algn="r">
                  <a:lnSpc>
                    <a:spcPct val="150000"/>
                  </a:lnSpc>
                </a:pP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8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</a:t>
                </a:r>
                <a:r>
                  <a:rPr lang="en-US" altLang="zh-CN" sz="8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</a:p>
              <a:p>
                <a:pPr algn="r">
                  <a:lnSpc>
                    <a:spcPct val="150000"/>
                  </a:lnSpc>
                </a:pP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8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</a:p>
            </p:txBody>
          </p:sp>
          <p:sp>
            <p:nvSpPr>
              <p:cNvPr id="9" name="文本框 100"/>
              <p:cNvSpPr txBox="1"/>
              <p:nvPr/>
            </p:nvSpPr>
            <p:spPr bwMode="auto">
              <a:xfrm>
                <a:off x="3664" y="2989"/>
                <a:ext cx="3377" cy="6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sz="1600" b="1" dirty="0">
                    <a:solidFill>
                      <a:srgbClr val="1C4F90"/>
                    </a:solidFill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EDIT CORE TEXT</a:t>
                </a:r>
              </a:p>
            </p:txBody>
          </p:sp>
          <p:sp>
            <p:nvSpPr>
              <p:cNvPr id="10" name="文本框 99"/>
              <p:cNvSpPr txBox="1"/>
              <p:nvPr/>
            </p:nvSpPr>
            <p:spPr bwMode="auto">
              <a:xfrm>
                <a:off x="2959" y="7190"/>
                <a:ext cx="4082" cy="17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r">
                  <a:lnSpc>
                    <a:spcPct val="150000"/>
                  </a:lnSpc>
                  <a:defRPr sz="8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defRPr>
                </a:lvl1pPr>
              </a:lstStyle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</a:p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</a:p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</a:p>
            </p:txBody>
          </p:sp>
          <p:sp>
            <p:nvSpPr>
              <p:cNvPr id="11" name="文本框 100"/>
              <p:cNvSpPr txBox="1"/>
              <p:nvPr/>
            </p:nvSpPr>
            <p:spPr bwMode="auto">
              <a:xfrm>
                <a:off x="3664" y="6501"/>
                <a:ext cx="3377" cy="6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sz="1600" b="1" dirty="0">
                    <a:solidFill>
                      <a:srgbClr val="1C4F90"/>
                    </a:solidFill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EDIT CORE TEXT</a:t>
                </a: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15" name="直角三角形 14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</a:p>
          </p:txBody>
        </p:sp>
      </p:grpSp>
    </p:spTree>
    <p:custDataLst>
      <p:tags r:id="rId1"/>
    </p:custDataLst>
  </p:cSld>
  <p:clrMapOvr>
    <a:masterClrMapping/>
  </p:clrMapOvr>
  <p:transition advTm="2000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-227965" y="0"/>
            <a:ext cx="11810365" cy="6198870"/>
            <a:chOff x="-359" y="0"/>
            <a:chExt cx="18599" cy="9762"/>
          </a:xfrm>
        </p:grpSpPr>
        <p:grpSp>
          <p:nvGrpSpPr>
            <p:cNvPr id="6" name="组合 5"/>
            <p:cNvGrpSpPr/>
            <p:nvPr/>
          </p:nvGrpSpPr>
          <p:grpSpPr>
            <a:xfrm>
              <a:off x="832" y="2326"/>
              <a:ext cx="17409" cy="7437"/>
              <a:chOff x="1087" y="2326"/>
              <a:chExt cx="17409" cy="7437"/>
            </a:xfrm>
          </p:grpSpPr>
          <p:sp>
            <p:nvSpPr>
              <p:cNvPr id="28" name="任意多边形 18"/>
              <p:cNvSpPr/>
              <p:nvPr/>
            </p:nvSpPr>
            <p:spPr>
              <a:xfrm>
                <a:off x="8705" y="4076"/>
                <a:ext cx="1553" cy="5687"/>
              </a:xfrm>
              <a:custGeom>
                <a:avLst/>
                <a:gdLst>
                  <a:gd name="connsiteX0" fmla="*/ 411477 w 822954"/>
                  <a:gd name="connsiteY0" fmla="*/ 0 h 3014221"/>
                  <a:gd name="connsiteX1" fmla="*/ 822954 w 822954"/>
                  <a:gd name="connsiteY1" fmla="*/ 466659 h 3014221"/>
                  <a:gd name="connsiteX2" fmla="*/ 635753 w 822954"/>
                  <a:gd name="connsiteY2" fmla="*/ 466659 h 3014221"/>
                  <a:gd name="connsiteX3" fmla="*/ 411477 w 822954"/>
                  <a:gd name="connsiteY3" fmla="*/ 3014221 h 3014221"/>
                  <a:gd name="connsiteX4" fmla="*/ 187201 w 822954"/>
                  <a:gd name="connsiteY4" fmla="*/ 466659 h 3014221"/>
                  <a:gd name="connsiteX5" fmla="*/ 0 w 822954"/>
                  <a:gd name="connsiteY5" fmla="*/ 466659 h 301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2954" h="3014221">
                    <a:moveTo>
                      <a:pt x="411477" y="0"/>
                    </a:moveTo>
                    <a:lnTo>
                      <a:pt x="822954" y="466659"/>
                    </a:lnTo>
                    <a:lnTo>
                      <a:pt x="635753" y="466659"/>
                    </a:lnTo>
                    <a:lnTo>
                      <a:pt x="411477" y="3014221"/>
                    </a:lnTo>
                    <a:lnTo>
                      <a:pt x="187201" y="466659"/>
                    </a:lnTo>
                    <a:lnTo>
                      <a:pt x="0" y="466659"/>
                    </a:lnTo>
                    <a:close/>
                  </a:path>
                </a:pathLst>
              </a:custGeom>
              <a:solidFill>
                <a:srgbClr val="1C4F90"/>
              </a:solidFill>
              <a:ln w="381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tIns="2628000" numCol="1" spcCol="0" rtlCol="0" fromWordArt="0" anchor="t" anchorCtr="1" forceAA="0" compatLnSpc="1">
                <a:normAutofit/>
              </a:bodyPr>
              <a:lstStyle/>
              <a:p>
                <a:pPr lv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endParaRPr lang="zh-CN" altLang="en-US" sz="110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Century Gothic" panose="020B0502020202020204"/>
                  <a:ea typeface="思源黑体 CN Bold" panose="020B0800000000000000" charset="-122"/>
                  <a:cs typeface="+mn-ea"/>
                  <a:sym typeface="+mn-ea"/>
                </a:endParaRPr>
              </a:p>
            </p:txBody>
          </p:sp>
          <p:sp>
            <p:nvSpPr>
              <p:cNvPr id="29" name="任意多边形 19"/>
              <p:cNvSpPr/>
              <p:nvPr/>
            </p:nvSpPr>
            <p:spPr>
              <a:xfrm rot="1698039">
                <a:off x="10031" y="4886"/>
                <a:ext cx="1325" cy="4853"/>
              </a:xfrm>
              <a:custGeom>
                <a:avLst/>
                <a:gdLst>
                  <a:gd name="connsiteX0" fmla="*/ 411477 w 822954"/>
                  <a:gd name="connsiteY0" fmla="*/ 0 h 3014221"/>
                  <a:gd name="connsiteX1" fmla="*/ 822954 w 822954"/>
                  <a:gd name="connsiteY1" fmla="*/ 466659 h 3014221"/>
                  <a:gd name="connsiteX2" fmla="*/ 635753 w 822954"/>
                  <a:gd name="connsiteY2" fmla="*/ 466659 h 3014221"/>
                  <a:gd name="connsiteX3" fmla="*/ 411477 w 822954"/>
                  <a:gd name="connsiteY3" fmla="*/ 3014221 h 3014221"/>
                  <a:gd name="connsiteX4" fmla="*/ 187201 w 822954"/>
                  <a:gd name="connsiteY4" fmla="*/ 466659 h 3014221"/>
                  <a:gd name="connsiteX5" fmla="*/ 0 w 822954"/>
                  <a:gd name="connsiteY5" fmla="*/ 466659 h 301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2954" h="3014221">
                    <a:moveTo>
                      <a:pt x="411477" y="0"/>
                    </a:moveTo>
                    <a:lnTo>
                      <a:pt x="822954" y="466659"/>
                    </a:lnTo>
                    <a:lnTo>
                      <a:pt x="635753" y="466659"/>
                    </a:lnTo>
                    <a:lnTo>
                      <a:pt x="411477" y="3014221"/>
                    </a:lnTo>
                    <a:lnTo>
                      <a:pt x="187201" y="466659"/>
                    </a:lnTo>
                    <a:lnTo>
                      <a:pt x="0" y="466659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endParaRPr lang="zh-CN" altLang="en-US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Century Gothic" panose="020B0502020202020204"/>
                  <a:ea typeface="思源黑体 CN Bold" panose="020B0800000000000000" charset="-122"/>
                  <a:cs typeface="+mn-ea"/>
                  <a:sym typeface="+mn-ea"/>
                </a:endParaRPr>
              </a:p>
            </p:txBody>
          </p:sp>
          <p:sp>
            <p:nvSpPr>
              <p:cNvPr id="30" name="任意多边形 20"/>
              <p:cNvSpPr/>
              <p:nvPr/>
            </p:nvSpPr>
            <p:spPr>
              <a:xfrm rot="3406280">
                <a:off x="10605" y="7047"/>
                <a:ext cx="858" cy="3143"/>
              </a:xfrm>
              <a:custGeom>
                <a:avLst/>
                <a:gdLst>
                  <a:gd name="connsiteX0" fmla="*/ 411477 w 822954"/>
                  <a:gd name="connsiteY0" fmla="*/ 0 h 3014221"/>
                  <a:gd name="connsiteX1" fmla="*/ 822954 w 822954"/>
                  <a:gd name="connsiteY1" fmla="*/ 466659 h 3014221"/>
                  <a:gd name="connsiteX2" fmla="*/ 635753 w 822954"/>
                  <a:gd name="connsiteY2" fmla="*/ 466659 h 3014221"/>
                  <a:gd name="connsiteX3" fmla="*/ 411477 w 822954"/>
                  <a:gd name="connsiteY3" fmla="*/ 3014221 h 3014221"/>
                  <a:gd name="connsiteX4" fmla="*/ 187201 w 822954"/>
                  <a:gd name="connsiteY4" fmla="*/ 466659 h 3014221"/>
                  <a:gd name="connsiteX5" fmla="*/ 0 w 822954"/>
                  <a:gd name="connsiteY5" fmla="*/ 466659 h 301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2954" h="3014221">
                    <a:moveTo>
                      <a:pt x="411477" y="0"/>
                    </a:moveTo>
                    <a:lnTo>
                      <a:pt x="822954" y="466659"/>
                    </a:lnTo>
                    <a:lnTo>
                      <a:pt x="635753" y="466659"/>
                    </a:lnTo>
                    <a:lnTo>
                      <a:pt x="411477" y="3014221"/>
                    </a:lnTo>
                    <a:lnTo>
                      <a:pt x="187201" y="466659"/>
                    </a:lnTo>
                    <a:lnTo>
                      <a:pt x="0" y="466659"/>
                    </a:lnTo>
                    <a:close/>
                  </a:path>
                </a:pathLst>
              </a:custGeom>
              <a:solidFill>
                <a:srgbClr val="1C4F90"/>
              </a:solidFill>
              <a:ln w="381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tIns="2628000" numCol="1" spcCol="0" rtlCol="0" fromWordArt="0" anchor="t" anchorCtr="1" forceAA="0" compatLnSpc="1">
                <a:normAutofit fontScale="25000" lnSpcReduction="20000"/>
              </a:bodyPr>
              <a:lstStyle/>
              <a:p>
                <a:pPr lv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endParaRPr lang="zh-CN" altLang="en-US" sz="110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Century Gothic" panose="020B0502020202020204"/>
                  <a:ea typeface="思源黑体 CN Bold" panose="020B0800000000000000" charset="-122"/>
                  <a:cs typeface="+mn-ea"/>
                  <a:sym typeface="+mn-ea"/>
                </a:endParaRPr>
              </a:p>
            </p:txBody>
          </p:sp>
          <p:sp>
            <p:nvSpPr>
              <p:cNvPr id="31" name="任意多边形 21"/>
              <p:cNvSpPr/>
              <p:nvPr/>
            </p:nvSpPr>
            <p:spPr>
              <a:xfrm rot="19901961" flipH="1">
                <a:off x="7545" y="4781"/>
                <a:ext cx="1327" cy="4853"/>
              </a:xfrm>
              <a:custGeom>
                <a:avLst/>
                <a:gdLst>
                  <a:gd name="connsiteX0" fmla="*/ 411477 w 822954"/>
                  <a:gd name="connsiteY0" fmla="*/ 0 h 3014221"/>
                  <a:gd name="connsiteX1" fmla="*/ 822954 w 822954"/>
                  <a:gd name="connsiteY1" fmla="*/ 466659 h 3014221"/>
                  <a:gd name="connsiteX2" fmla="*/ 635753 w 822954"/>
                  <a:gd name="connsiteY2" fmla="*/ 466659 h 3014221"/>
                  <a:gd name="connsiteX3" fmla="*/ 411477 w 822954"/>
                  <a:gd name="connsiteY3" fmla="*/ 3014221 h 3014221"/>
                  <a:gd name="connsiteX4" fmla="*/ 187201 w 822954"/>
                  <a:gd name="connsiteY4" fmla="*/ 466659 h 3014221"/>
                  <a:gd name="connsiteX5" fmla="*/ 0 w 822954"/>
                  <a:gd name="connsiteY5" fmla="*/ 466659 h 301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2954" h="3014221">
                    <a:moveTo>
                      <a:pt x="411477" y="0"/>
                    </a:moveTo>
                    <a:lnTo>
                      <a:pt x="822954" y="466659"/>
                    </a:lnTo>
                    <a:lnTo>
                      <a:pt x="635753" y="466659"/>
                    </a:lnTo>
                    <a:lnTo>
                      <a:pt x="411477" y="3014221"/>
                    </a:lnTo>
                    <a:lnTo>
                      <a:pt x="187201" y="466659"/>
                    </a:lnTo>
                    <a:lnTo>
                      <a:pt x="0" y="466659"/>
                    </a:lnTo>
                    <a:close/>
                  </a:path>
                </a:pathLst>
              </a:custGeom>
              <a:solidFill>
                <a:srgbClr val="BEBEBE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Century Gothic" panose="020B0502020202020204"/>
                  <a:ea typeface="思源黑体 CN Bold" panose="020B0800000000000000" charset="-122"/>
                  <a:cs typeface="+mn-ea"/>
                </a:endParaRPr>
              </a:p>
            </p:txBody>
          </p:sp>
          <p:sp>
            <p:nvSpPr>
              <p:cNvPr id="32" name="任意多边形 22"/>
              <p:cNvSpPr/>
              <p:nvPr/>
            </p:nvSpPr>
            <p:spPr>
              <a:xfrm rot="18193720" flipH="1">
                <a:off x="7507" y="7047"/>
                <a:ext cx="858" cy="3142"/>
              </a:xfrm>
              <a:custGeom>
                <a:avLst/>
                <a:gdLst>
                  <a:gd name="connsiteX0" fmla="*/ 411477 w 822954"/>
                  <a:gd name="connsiteY0" fmla="*/ 0 h 3014221"/>
                  <a:gd name="connsiteX1" fmla="*/ 822954 w 822954"/>
                  <a:gd name="connsiteY1" fmla="*/ 466659 h 3014221"/>
                  <a:gd name="connsiteX2" fmla="*/ 635753 w 822954"/>
                  <a:gd name="connsiteY2" fmla="*/ 466659 h 3014221"/>
                  <a:gd name="connsiteX3" fmla="*/ 411477 w 822954"/>
                  <a:gd name="connsiteY3" fmla="*/ 3014221 h 3014221"/>
                  <a:gd name="connsiteX4" fmla="*/ 187201 w 822954"/>
                  <a:gd name="connsiteY4" fmla="*/ 466659 h 3014221"/>
                  <a:gd name="connsiteX5" fmla="*/ 0 w 822954"/>
                  <a:gd name="connsiteY5" fmla="*/ 466659 h 301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2954" h="3014221">
                    <a:moveTo>
                      <a:pt x="411477" y="0"/>
                    </a:moveTo>
                    <a:lnTo>
                      <a:pt x="822954" y="466659"/>
                    </a:lnTo>
                    <a:lnTo>
                      <a:pt x="635753" y="466659"/>
                    </a:lnTo>
                    <a:lnTo>
                      <a:pt x="411477" y="3014221"/>
                    </a:lnTo>
                    <a:lnTo>
                      <a:pt x="187201" y="466659"/>
                    </a:lnTo>
                    <a:lnTo>
                      <a:pt x="0" y="466659"/>
                    </a:lnTo>
                    <a:close/>
                  </a:path>
                </a:pathLst>
              </a:custGeom>
              <a:solidFill>
                <a:srgbClr val="1C4F90"/>
              </a:solidFill>
              <a:ln w="381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2628000" anchor="t" anchorCtr="1">
                <a:normAutofit fontScale="25000" lnSpcReduction="20000"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Century Gothic" panose="020B0502020202020204"/>
                  <a:ea typeface="思源黑体 CN Bold" panose="020B0800000000000000" charset="-122"/>
                  <a:cs typeface="+mn-ea"/>
                </a:endParaRP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14336" y="6557"/>
                <a:ext cx="2914" cy="678"/>
              </a:xfrm>
              <a:prstGeom prst="rect">
                <a:avLst/>
              </a:prstGeom>
              <a:solidFill>
                <a:srgbClr val="1C4F90"/>
              </a:solidFill>
            </p:spPr>
            <p:txBody>
              <a:bodyPr wrap="square" rtlCol="0">
                <a:spAutoFit/>
              </a:bodyPr>
              <a:lstStyle/>
              <a:p>
                <a:pPr lvl="0" algn="ctr">
                  <a:lnSpc>
                    <a:spcPct val="120000"/>
                  </a:lnSpc>
                  <a:buClrTx/>
                  <a:buSzTx/>
                  <a:buFontTx/>
                </a:pPr>
                <a:r>
                  <a:rPr lang="en-US" altLang="zh-CN" sz="20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CONTENT</a:t>
                </a: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4336" y="4374"/>
                <a:ext cx="2914" cy="678"/>
              </a:xfrm>
              <a:prstGeom prst="rect">
                <a:avLst/>
              </a:prstGeom>
              <a:solidFill>
                <a:schemeClr val="bg2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lvl="0" algn="ctr">
                  <a:lnSpc>
                    <a:spcPct val="120000"/>
                  </a:lnSpc>
                  <a:buClrTx/>
                  <a:buSzTx/>
                  <a:buFontTx/>
                </a:pPr>
                <a:r>
                  <a:rPr lang="en-US" altLang="zh-CN" sz="2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CONTENT</a:t>
                </a: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2460" y="6557"/>
                <a:ext cx="2914" cy="678"/>
              </a:xfrm>
              <a:prstGeom prst="rect">
                <a:avLst/>
              </a:prstGeom>
              <a:solidFill>
                <a:srgbClr val="1C4F90"/>
              </a:solidFill>
            </p:spPr>
            <p:txBody>
              <a:bodyPr wrap="square" rtlCol="0">
                <a:spAutoFit/>
              </a:bodyPr>
              <a:lstStyle/>
              <a:p>
                <a:pPr lvl="0" algn="ctr">
                  <a:lnSpc>
                    <a:spcPct val="120000"/>
                  </a:lnSpc>
                  <a:buClrTx/>
                  <a:buSzTx/>
                  <a:buFontTx/>
                </a:pPr>
                <a:r>
                  <a:rPr lang="en-US" altLang="zh-CN" sz="20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CONTENT</a:t>
                </a: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2460" y="4244"/>
                <a:ext cx="2914" cy="678"/>
              </a:xfrm>
              <a:prstGeom prst="rect">
                <a:avLst/>
              </a:prstGeom>
              <a:solidFill>
                <a:schemeClr val="bg2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lvl="0" algn="ctr">
                  <a:lnSpc>
                    <a:spcPct val="120000"/>
                  </a:lnSpc>
                  <a:buClrTx/>
                  <a:buSzTx/>
                  <a:buFontTx/>
                </a:pPr>
                <a:r>
                  <a:rPr lang="en-US" altLang="zh-CN" sz="2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CONTENT</a:t>
                </a: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8025" y="2326"/>
                <a:ext cx="2914" cy="678"/>
              </a:xfrm>
              <a:prstGeom prst="rect">
                <a:avLst/>
              </a:prstGeom>
              <a:solidFill>
                <a:srgbClr val="1C4F90"/>
              </a:solidFill>
            </p:spPr>
            <p:txBody>
              <a:bodyPr wrap="square" rtlCol="0">
                <a:spAutoFit/>
              </a:bodyPr>
              <a:lstStyle/>
              <a:p>
                <a:pPr lvl="0" algn="ctr">
                  <a:lnSpc>
                    <a:spcPct val="120000"/>
                  </a:lnSpc>
                  <a:buClrTx/>
                  <a:buSzTx/>
                  <a:buFontTx/>
                </a:pPr>
                <a:r>
                  <a:rPr lang="en-US" altLang="zh-CN" sz="20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CONTENT</a:t>
                </a: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6653" y="3060"/>
                <a:ext cx="5657" cy="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here.Enter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core content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here.Enter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core content here.</a:t>
                </a:r>
              </a:p>
            </p:txBody>
          </p:sp>
          <p:sp>
            <p:nvSpPr>
              <p:cNvPr id="2" name="文本框 1"/>
              <p:cNvSpPr txBox="1"/>
              <p:nvPr/>
            </p:nvSpPr>
            <p:spPr>
              <a:xfrm>
                <a:off x="1087" y="5099"/>
                <a:ext cx="5657" cy="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here.Enter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core content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here.Enter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core content here.</a:t>
                </a:r>
              </a:p>
            </p:txBody>
          </p:sp>
          <p:sp>
            <p:nvSpPr>
              <p:cNvPr id="3" name="文本框 2"/>
              <p:cNvSpPr txBox="1"/>
              <p:nvPr/>
            </p:nvSpPr>
            <p:spPr>
              <a:xfrm>
                <a:off x="1088" y="7398"/>
                <a:ext cx="5657" cy="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here.Enter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core content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here.Enter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core content here.</a:t>
                </a:r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>
                <a:off x="12838" y="5229"/>
                <a:ext cx="5657" cy="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here.Enter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core content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here.Enter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core content here.</a:t>
                </a:r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12839" y="7528"/>
                <a:ext cx="5657" cy="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here.Enter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core content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here.Enter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core content here.</a:t>
                </a: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15" name="直角三角形 14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</a:p>
          </p:txBody>
        </p:sp>
      </p:grpSp>
    </p:spTree>
    <p:custDataLst>
      <p:tags r:id="rId1"/>
    </p:custDataLst>
  </p:cSld>
  <p:clrMapOvr>
    <a:masterClrMapping/>
  </p:clrMapOvr>
  <p:transition advTm="2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-227965" y="0"/>
            <a:ext cx="11827510" cy="6129020"/>
            <a:chOff x="-359" y="0"/>
            <a:chExt cx="18626" cy="9652"/>
          </a:xfrm>
        </p:grpSpPr>
        <p:grpSp>
          <p:nvGrpSpPr>
            <p:cNvPr id="11" name="组合 10"/>
            <p:cNvGrpSpPr/>
            <p:nvPr/>
          </p:nvGrpSpPr>
          <p:grpSpPr>
            <a:xfrm>
              <a:off x="2031" y="2642"/>
              <a:ext cx="16236" cy="7011"/>
              <a:chOff x="2031" y="2642"/>
              <a:chExt cx="16236" cy="7011"/>
            </a:xfrm>
          </p:grpSpPr>
          <p:sp>
            <p:nvSpPr>
              <p:cNvPr id="65" name="矩形: 圆角 64"/>
              <p:cNvSpPr/>
              <p:nvPr/>
            </p:nvSpPr>
            <p:spPr>
              <a:xfrm>
                <a:off x="8541" y="6221"/>
                <a:ext cx="4622" cy="3432"/>
              </a:xfrm>
              <a:prstGeom prst="roundRect">
                <a:avLst>
                  <a:gd name="adj" fmla="val 2749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矩形: 圆角 65"/>
              <p:cNvSpPr/>
              <p:nvPr/>
            </p:nvSpPr>
            <p:spPr>
              <a:xfrm>
                <a:off x="13494" y="6221"/>
                <a:ext cx="4622" cy="3432"/>
              </a:xfrm>
              <a:prstGeom prst="roundRect">
                <a:avLst>
                  <a:gd name="adj" fmla="val 2749"/>
                </a:avLst>
              </a:prstGeom>
              <a:solidFill>
                <a:srgbClr val="1C4F90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矩形: 圆角 66"/>
              <p:cNvSpPr/>
              <p:nvPr/>
            </p:nvSpPr>
            <p:spPr>
              <a:xfrm>
                <a:off x="8541" y="2642"/>
                <a:ext cx="4622" cy="3432"/>
              </a:xfrm>
              <a:prstGeom prst="roundRect">
                <a:avLst>
                  <a:gd name="adj" fmla="val 2749"/>
                </a:avLst>
              </a:prstGeom>
              <a:solidFill>
                <a:srgbClr val="1C4F90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矩形: 圆角 67"/>
              <p:cNvSpPr/>
              <p:nvPr/>
            </p:nvSpPr>
            <p:spPr>
              <a:xfrm>
                <a:off x="13494" y="2642"/>
                <a:ext cx="4622" cy="3432"/>
              </a:xfrm>
              <a:prstGeom prst="roundRect">
                <a:avLst>
                  <a:gd name="adj" fmla="val 2749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文本框 2"/>
              <p:cNvSpPr txBox="1"/>
              <p:nvPr/>
            </p:nvSpPr>
            <p:spPr>
              <a:xfrm>
                <a:off x="8825" y="3260"/>
                <a:ext cx="4547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0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编辑段落文本</a:t>
                </a:r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>
                <a:off x="8808" y="3918"/>
                <a:ext cx="4128" cy="1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content.Enter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content.Enter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content.Enter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lang="zh-CN" altLang="en-US" sz="12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2" name="文本框 1"/>
              <p:cNvSpPr txBox="1"/>
              <p:nvPr/>
            </p:nvSpPr>
            <p:spPr>
              <a:xfrm>
                <a:off x="8808" y="6820"/>
                <a:ext cx="4547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编辑段落文本</a:t>
                </a:r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8791" y="7478"/>
                <a:ext cx="4128" cy="1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content.Enter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content.Enter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content.Enter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13720" y="6820"/>
                <a:ext cx="4547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0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编辑段落文本</a:t>
                </a: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13703" y="7478"/>
                <a:ext cx="4128" cy="1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content.Enter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content.Enter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content.Enter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lang="zh-CN" altLang="en-US" sz="12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13720" y="3260"/>
                <a:ext cx="4547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编辑段落文本</a:t>
                </a: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13703" y="3918"/>
                <a:ext cx="4128" cy="1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content.Enter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content.Enter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content.Enter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</a:p>
            </p:txBody>
          </p:sp>
          <p:pic>
            <p:nvPicPr>
              <p:cNvPr id="9" name="图片 8" descr="C:\Users\Administrator\Downloads\02.千库\毕业答辩\千库网_大学校园教室_摄影图编号49875.jpg千库网_大学校园教室_摄影图编号49875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2031" y="2642"/>
                <a:ext cx="6099" cy="3431"/>
              </a:xfrm>
              <a:prstGeom prst="rect">
                <a:avLst/>
              </a:prstGeom>
            </p:spPr>
          </p:pic>
          <p:pic>
            <p:nvPicPr>
              <p:cNvPr id="10" name="图片 9" descr="C:\Users\Administrator\Downloads\02.千库\毕业答辩\千库网_作业学生摄影图_摄影图编号84241.jpg千库网_作业学生摄影图_摄影图编号84241"/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2031" y="6221"/>
                <a:ext cx="6100" cy="3432"/>
              </a:xfrm>
              <a:prstGeom prst="rect">
                <a:avLst/>
              </a:prstGeom>
            </p:spPr>
          </p:pic>
        </p:grpSp>
        <p:grpSp>
          <p:nvGrpSpPr>
            <p:cNvPr id="12" name="组合 11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15" name="直角三角形 14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</a:p>
          </p:txBody>
        </p:sp>
      </p:grpSp>
    </p:spTree>
    <p:custDataLst>
      <p:tags r:id="rId1"/>
    </p:custDataLst>
  </p:cSld>
  <p:clrMapOvr>
    <a:masterClrMapping/>
  </p:clrMapOvr>
  <p:transition advTm="2000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-1246505" y="-1269365"/>
            <a:ext cx="4191000" cy="2555240"/>
            <a:chOff x="-1277" y="-1319"/>
            <a:chExt cx="4304" cy="2624"/>
          </a:xfrm>
        </p:grpSpPr>
        <p:sp>
          <p:nvSpPr>
            <p:cNvPr id="3" name="直角三角形 2"/>
            <p:cNvSpPr/>
            <p:nvPr/>
          </p:nvSpPr>
          <p:spPr>
            <a:xfrm rot="2700000" flipH="1">
              <a:off x="-1277" y="-1319"/>
              <a:ext cx="2624" cy="2624"/>
            </a:xfrm>
            <a:prstGeom prst="rtTriangle">
              <a:avLst/>
            </a:prstGeom>
            <a:solidFill>
              <a:schemeClr val="bg2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C4F90"/>
                </a:solidFill>
              </a:endParaRPr>
            </a:p>
          </p:txBody>
        </p:sp>
        <p:sp>
          <p:nvSpPr>
            <p:cNvPr id="30" name="直角三角形 29"/>
            <p:cNvSpPr/>
            <p:nvPr/>
          </p:nvSpPr>
          <p:spPr>
            <a:xfrm rot="2700000" flipH="1">
              <a:off x="403" y="-1319"/>
              <a:ext cx="2624" cy="2624"/>
            </a:xfrm>
            <a:prstGeom prst="rtTriangle">
              <a:avLst/>
            </a:prstGeom>
            <a:solidFill>
              <a:srgbClr val="1C4F9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C4F90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724785" y="991235"/>
            <a:ext cx="6743065" cy="3757930"/>
            <a:chOff x="4291" y="1561"/>
            <a:chExt cx="10619" cy="5918"/>
          </a:xfrm>
        </p:grpSpPr>
        <p:sp>
          <p:nvSpPr>
            <p:cNvPr id="34" name="文本框 33"/>
            <p:cNvSpPr txBox="1"/>
            <p:nvPr/>
          </p:nvSpPr>
          <p:spPr>
            <a:xfrm>
              <a:off x="4291" y="4202"/>
              <a:ext cx="10486" cy="2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80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在此输入标题</a:t>
              </a: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4291" y="6076"/>
              <a:ext cx="10619" cy="1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8459" y="1561"/>
              <a:ext cx="2150" cy="2052"/>
              <a:chOff x="8884" y="1621"/>
              <a:chExt cx="2150" cy="2052"/>
            </a:xfrm>
          </p:grpSpPr>
          <p:sp>
            <p:nvSpPr>
              <p:cNvPr id="13" name="直角三角形 12"/>
              <p:cNvSpPr/>
              <p:nvPr/>
            </p:nvSpPr>
            <p:spPr>
              <a:xfrm rot="2700000" flipH="1">
                <a:off x="8933" y="1621"/>
                <a:ext cx="2052" cy="2052"/>
              </a:xfrm>
              <a:prstGeom prst="rtTriangle">
                <a:avLst/>
              </a:prstGeom>
              <a:solidFill>
                <a:schemeClr val="bg2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  <p:sp>
            <p:nvSpPr>
              <p:cNvPr id="51" name="等腰三角形 50"/>
              <p:cNvSpPr/>
              <p:nvPr/>
            </p:nvSpPr>
            <p:spPr>
              <a:xfrm flipV="1">
                <a:off x="8884" y="2319"/>
                <a:ext cx="2151" cy="1355"/>
              </a:xfrm>
              <a:prstGeom prst="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</p:grpSp>
        <p:sp>
          <p:nvSpPr>
            <p:cNvPr id="15" name="文本框 14"/>
            <p:cNvSpPr txBox="1"/>
            <p:nvPr/>
          </p:nvSpPr>
          <p:spPr>
            <a:xfrm>
              <a:off x="8948" y="2171"/>
              <a:ext cx="1174" cy="10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02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9057005" y="5485130"/>
            <a:ext cx="4485640" cy="2734945"/>
            <a:chOff x="16183" y="9681"/>
            <a:chExt cx="4304" cy="2624"/>
          </a:xfrm>
        </p:grpSpPr>
        <p:sp>
          <p:nvSpPr>
            <p:cNvPr id="9" name="直角三角形 8"/>
            <p:cNvSpPr/>
            <p:nvPr/>
          </p:nvSpPr>
          <p:spPr>
            <a:xfrm rot="18900000" flipH="1" flipV="1">
              <a:off x="17863" y="9681"/>
              <a:ext cx="2624" cy="2624"/>
            </a:xfrm>
            <a:prstGeom prst="rtTriangle">
              <a:avLst/>
            </a:prstGeom>
            <a:solidFill>
              <a:schemeClr val="bg2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C4F90"/>
                </a:solidFill>
              </a:endParaRPr>
            </a:p>
          </p:txBody>
        </p:sp>
        <p:sp>
          <p:nvSpPr>
            <p:cNvPr id="10" name="直角三角形 9"/>
            <p:cNvSpPr/>
            <p:nvPr/>
          </p:nvSpPr>
          <p:spPr>
            <a:xfrm rot="18900000" flipH="1" flipV="1">
              <a:off x="16183" y="9681"/>
              <a:ext cx="2624" cy="2624"/>
            </a:xfrm>
            <a:prstGeom prst="rtTriangle">
              <a:avLst/>
            </a:prstGeom>
            <a:solidFill>
              <a:srgbClr val="1C4F9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C4F9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20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27965" y="0"/>
            <a:ext cx="11499215" cy="5791200"/>
            <a:chOff x="-359" y="0"/>
            <a:chExt cx="18109" cy="9120"/>
          </a:xfrm>
        </p:grpSpPr>
        <p:grpSp>
          <p:nvGrpSpPr>
            <p:cNvPr id="135" name="组合 134"/>
            <p:cNvGrpSpPr/>
            <p:nvPr/>
          </p:nvGrpSpPr>
          <p:grpSpPr>
            <a:xfrm>
              <a:off x="1354" y="3072"/>
              <a:ext cx="16396" cy="6048"/>
              <a:chOff x="1354" y="3072"/>
              <a:chExt cx="16396" cy="6048"/>
            </a:xfrm>
          </p:grpSpPr>
          <p:pic>
            <p:nvPicPr>
              <p:cNvPr id="133" name="图片 132" descr="C:\Users\Administrator\Downloads\02.千库\毕业答辩\千库网_大学校园教室_摄影图编号49882.jpg千库网_大学校园教室_摄影图编号49882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1354" y="3072"/>
                <a:ext cx="4231" cy="5317"/>
              </a:xfrm>
              <a:prstGeom prst="rect">
                <a:avLst/>
              </a:prstGeom>
            </p:spPr>
          </p:pic>
          <p:sp>
            <p:nvSpPr>
              <p:cNvPr id="11" name="Rectangle 87"/>
              <p:cNvSpPr/>
              <p:nvPr/>
            </p:nvSpPr>
            <p:spPr>
              <a:xfrm>
                <a:off x="6851" y="4091"/>
                <a:ext cx="3253" cy="228"/>
              </a:xfrm>
              <a:prstGeom prst="rect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" name="Rectangle 81"/>
              <p:cNvSpPr/>
              <p:nvPr/>
            </p:nvSpPr>
            <p:spPr>
              <a:xfrm>
                <a:off x="10605" y="4091"/>
                <a:ext cx="3253" cy="228"/>
              </a:xfrm>
              <a:prstGeom prst="rect">
                <a:avLst/>
              </a:prstGeom>
              <a:solidFill>
                <a:schemeClr val="bg2">
                  <a:lumMod val="8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" name="Rectangle 84"/>
              <p:cNvSpPr/>
              <p:nvPr/>
            </p:nvSpPr>
            <p:spPr>
              <a:xfrm>
                <a:off x="14412" y="4091"/>
                <a:ext cx="3253" cy="228"/>
              </a:xfrm>
              <a:prstGeom prst="rect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" name="Rectangle 78"/>
              <p:cNvSpPr/>
              <p:nvPr/>
            </p:nvSpPr>
            <p:spPr>
              <a:xfrm>
                <a:off x="6850" y="6906"/>
                <a:ext cx="3253" cy="228"/>
              </a:xfrm>
              <a:prstGeom prst="rect">
                <a:avLst/>
              </a:prstGeom>
              <a:solidFill>
                <a:schemeClr val="bg2">
                  <a:lumMod val="8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" name="Rectangle 72"/>
              <p:cNvSpPr/>
              <p:nvPr/>
            </p:nvSpPr>
            <p:spPr>
              <a:xfrm>
                <a:off x="10604" y="6906"/>
                <a:ext cx="3253" cy="228"/>
              </a:xfrm>
              <a:prstGeom prst="rect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" name="Rectangle 75"/>
              <p:cNvSpPr/>
              <p:nvPr/>
            </p:nvSpPr>
            <p:spPr>
              <a:xfrm>
                <a:off x="14412" y="6906"/>
                <a:ext cx="3253" cy="228"/>
              </a:xfrm>
              <a:prstGeom prst="rect">
                <a:avLst/>
              </a:prstGeom>
              <a:solidFill>
                <a:schemeClr val="bg2">
                  <a:lumMod val="8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1" name="文本框2"/>
              <p:cNvSpPr/>
              <p:nvPr/>
            </p:nvSpPr>
            <p:spPr>
              <a:xfrm>
                <a:off x="6702" y="4405"/>
                <a:ext cx="3648" cy="8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</a:p>
              <a:p>
                <a:pPr algn="l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107" name="文本框 106"/>
              <p:cNvSpPr txBox="1"/>
              <p:nvPr/>
            </p:nvSpPr>
            <p:spPr>
              <a:xfrm>
                <a:off x="7302" y="3365"/>
                <a:ext cx="244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EDIT TEXT</a:t>
                </a:r>
              </a:p>
            </p:txBody>
          </p:sp>
          <p:sp>
            <p:nvSpPr>
              <p:cNvPr id="110" name="文本框2"/>
              <p:cNvSpPr/>
              <p:nvPr/>
            </p:nvSpPr>
            <p:spPr>
              <a:xfrm>
                <a:off x="10406" y="4405"/>
                <a:ext cx="3648" cy="18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</a:p>
            </p:txBody>
          </p:sp>
          <p:sp>
            <p:nvSpPr>
              <p:cNvPr id="111" name="文本框 110"/>
              <p:cNvSpPr txBox="1"/>
              <p:nvPr/>
            </p:nvSpPr>
            <p:spPr>
              <a:xfrm>
                <a:off x="11006" y="3365"/>
                <a:ext cx="244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EDIT TEXT</a:t>
                </a:r>
              </a:p>
            </p:txBody>
          </p:sp>
          <p:sp>
            <p:nvSpPr>
              <p:cNvPr id="112" name="文本框2"/>
              <p:cNvSpPr/>
              <p:nvPr/>
            </p:nvSpPr>
            <p:spPr>
              <a:xfrm>
                <a:off x="14102" y="4405"/>
                <a:ext cx="3648" cy="18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</a:p>
            </p:txBody>
          </p:sp>
          <p:sp>
            <p:nvSpPr>
              <p:cNvPr id="113" name="文本框 112"/>
              <p:cNvSpPr txBox="1"/>
              <p:nvPr/>
            </p:nvSpPr>
            <p:spPr>
              <a:xfrm>
                <a:off x="14702" y="3365"/>
                <a:ext cx="244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EDIT TEXT</a:t>
                </a:r>
              </a:p>
            </p:txBody>
          </p:sp>
          <p:sp>
            <p:nvSpPr>
              <p:cNvPr id="124" name="文本框2"/>
              <p:cNvSpPr/>
              <p:nvPr/>
            </p:nvSpPr>
            <p:spPr>
              <a:xfrm>
                <a:off x="6702" y="7281"/>
                <a:ext cx="3648" cy="18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</a:p>
            </p:txBody>
          </p:sp>
          <p:sp>
            <p:nvSpPr>
              <p:cNvPr id="125" name="文本框 124"/>
              <p:cNvSpPr txBox="1"/>
              <p:nvPr/>
            </p:nvSpPr>
            <p:spPr>
              <a:xfrm>
                <a:off x="7302" y="6241"/>
                <a:ext cx="244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EDIT TEXT</a:t>
                </a:r>
              </a:p>
            </p:txBody>
          </p:sp>
          <p:sp>
            <p:nvSpPr>
              <p:cNvPr id="126" name="文本框2"/>
              <p:cNvSpPr/>
              <p:nvPr/>
            </p:nvSpPr>
            <p:spPr>
              <a:xfrm>
                <a:off x="10406" y="7281"/>
                <a:ext cx="3648" cy="18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</a:p>
            </p:txBody>
          </p:sp>
          <p:sp>
            <p:nvSpPr>
              <p:cNvPr id="127" name="文本框 126"/>
              <p:cNvSpPr txBox="1"/>
              <p:nvPr/>
            </p:nvSpPr>
            <p:spPr>
              <a:xfrm>
                <a:off x="11006" y="6241"/>
                <a:ext cx="244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EDIT TEXT</a:t>
                </a:r>
              </a:p>
            </p:txBody>
          </p:sp>
          <p:sp>
            <p:nvSpPr>
              <p:cNvPr id="128" name="文本框2"/>
              <p:cNvSpPr/>
              <p:nvPr/>
            </p:nvSpPr>
            <p:spPr>
              <a:xfrm>
                <a:off x="14102" y="7281"/>
                <a:ext cx="3648" cy="18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11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</a:p>
            </p:txBody>
          </p:sp>
          <p:sp>
            <p:nvSpPr>
              <p:cNvPr id="129" name="文本框 128"/>
              <p:cNvSpPr txBox="1"/>
              <p:nvPr/>
            </p:nvSpPr>
            <p:spPr>
              <a:xfrm>
                <a:off x="14702" y="6241"/>
                <a:ext cx="244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EDIT TEXT</a:t>
                </a:r>
              </a:p>
            </p:txBody>
          </p:sp>
          <p:sp>
            <p:nvSpPr>
              <p:cNvPr id="132" name="矩形 131"/>
              <p:cNvSpPr/>
              <p:nvPr/>
            </p:nvSpPr>
            <p:spPr>
              <a:xfrm>
                <a:off x="1354" y="3072"/>
                <a:ext cx="4230" cy="872"/>
              </a:xfrm>
              <a:prstGeom prst="rect">
                <a:avLst/>
              </a:prstGeom>
              <a:solidFill>
                <a:srgbClr val="264D8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文本框 133"/>
              <p:cNvSpPr txBox="1"/>
              <p:nvPr/>
            </p:nvSpPr>
            <p:spPr>
              <a:xfrm>
                <a:off x="1562" y="3218"/>
                <a:ext cx="3813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CORE CONTENT</a:t>
                </a: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15" name="直角三角形 14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</a:p>
          </p:txBody>
        </p:sp>
      </p:grpSp>
    </p:spTree>
    <p:custDataLst>
      <p:tags r:id="rId1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27965" y="0"/>
            <a:ext cx="11421110" cy="4839970"/>
            <a:chOff x="-359" y="0"/>
            <a:chExt cx="17986" cy="7622"/>
          </a:xfrm>
        </p:grpSpPr>
        <p:grpSp>
          <p:nvGrpSpPr>
            <p:cNvPr id="3" name="组合 2"/>
            <p:cNvGrpSpPr/>
            <p:nvPr/>
          </p:nvGrpSpPr>
          <p:grpSpPr>
            <a:xfrm>
              <a:off x="1573" y="3249"/>
              <a:ext cx="16054" cy="4373"/>
              <a:chOff x="969" y="2931"/>
              <a:chExt cx="16054" cy="4373"/>
            </a:xfrm>
          </p:grpSpPr>
          <p:grpSp>
            <p:nvGrpSpPr>
              <p:cNvPr id="35" name="组合 34"/>
              <p:cNvGrpSpPr/>
              <p:nvPr/>
            </p:nvGrpSpPr>
            <p:grpSpPr>
              <a:xfrm>
                <a:off x="1487" y="2931"/>
                <a:ext cx="15018" cy="1725"/>
                <a:chOff x="696" y="2918"/>
                <a:chExt cx="17375" cy="1996"/>
              </a:xfrm>
            </p:grpSpPr>
            <p:cxnSp>
              <p:nvCxnSpPr>
                <p:cNvPr id="4" name="直接连接符 84"/>
                <p:cNvCxnSpPr/>
                <p:nvPr/>
              </p:nvCxnSpPr>
              <p:spPr>
                <a:xfrm flipV="1">
                  <a:off x="6601" y="3938"/>
                  <a:ext cx="1676" cy="0"/>
                </a:xfrm>
                <a:prstGeom prst="line">
                  <a:avLst/>
                </a:prstGeom>
                <a:noFill/>
                <a:ln w="38100">
                  <a:solidFill>
                    <a:srgbClr val="0C4B6B"/>
                  </a:solidFill>
                  <a:tailEnd type="oval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9" name="Group 53"/>
                <p:cNvGrpSpPr/>
                <p:nvPr/>
              </p:nvGrpSpPr>
              <p:grpSpPr>
                <a:xfrm>
                  <a:off x="696" y="2933"/>
                  <a:ext cx="1979" cy="1980"/>
                  <a:chOff x="7683929" y="9649657"/>
                  <a:chExt cx="1999231" cy="1999752"/>
                </a:xfrm>
              </p:grpSpPr>
              <p:grpSp>
                <p:nvGrpSpPr>
                  <p:cNvPr id="10" name="Group 78"/>
                  <p:cNvGrpSpPr/>
                  <p:nvPr/>
                </p:nvGrpSpPr>
                <p:grpSpPr>
                  <a:xfrm rot="21316916">
                    <a:off x="7683929" y="9649657"/>
                    <a:ext cx="1999231" cy="1999752"/>
                    <a:chOff x="5013110" y="5059616"/>
                    <a:chExt cx="3378533" cy="3379413"/>
                  </a:xfrm>
                </p:grpSpPr>
                <p:sp>
                  <p:nvSpPr>
                    <p:cNvPr id="12" name="Oval 81"/>
                    <p:cNvSpPr/>
                    <p:nvPr/>
                  </p:nvSpPr>
                  <p:spPr>
                    <a:xfrm rot="359999">
                      <a:off x="5013110" y="5059616"/>
                      <a:ext cx="3378533" cy="3379413"/>
                    </a:xfrm>
                    <a:prstGeom prst="diamond">
                      <a:avLst/>
                    </a:prstGeom>
                    <a:solidFill>
                      <a:schemeClr val="bg1">
                        <a:lumMod val="75000"/>
                        <a:alpha val="3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15703" tIns="57852" rIns="115703" bIns="57852" rtlCol="0" anchor="ctr"/>
                    <a:lstStyle/>
                    <a:p>
                      <a:pPr algn="ctr"/>
                      <a:endParaRPr lang="bg-BG"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13" name="Oval 82"/>
                    <p:cNvSpPr/>
                    <p:nvPr/>
                  </p:nvSpPr>
                  <p:spPr>
                    <a:xfrm rot="299999">
                      <a:off x="5286107" y="5332685"/>
                      <a:ext cx="2832537" cy="2833275"/>
                    </a:xfrm>
                    <a:prstGeom prst="diamond">
                      <a:avLst/>
                    </a:prstGeom>
                    <a:solidFill>
                      <a:srgbClr val="1C4F9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15703" tIns="57852" rIns="115703" bIns="57852" rtlCol="0" anchor="ctr"/>
                    <a:lstStyle/>
                    <a:p>
                      <a:pPr algn="ctr"/>
                      <a:endParaRPr lang="bg-BG">
                        <a:cs typeface="+mn-ea"/>
                        <a:sym typeface="+mn-lt"/>
                      </a:endParaRPr>
                    </a:p>
                  </p:txBody>
                </p:sp>
              </p:grpSp>
              <p:sp>
                <p:nvSpPr>
                  <p:cNvPr id="11" name="Freeform 3"/>
                  <p:cNvSpPr>
                    <a:spLocks noChangeArrowheads="1"/>
                  </p:cNvSpPr>
                  <p:nvPr/>
                </p:nvSpPr>
                <p:spPr bwMode="auto">
                  <a:xfrm>
                    <a:off x="8300770" y="10295371"/>
                    <a:ext cx="804670" cy="648009"/>
                  </a:xfrm>
                  <a:custGeom>
                    <a:avLst/>
                    <a:gdLst>
                      <a:gd name="T0" fmla="*/ 487 w 497"/>
                      <a:gd name="T1" fmla="*/ 71 h 400"/>
                      <a:gd name="T2" fmla="*/ 487 w 497"/>
                      <a:gd name="T3" fmla="*/ 71 h 400"/>
                      <a:gd name="T4" fmla="*/ 372 w 497"/>
                      <a:gd name="T5" fmla="*/ 0 h 400"/>
                      <a:gd name="T6" fmla="*/ 354 w 497"/>
                      <a:gd name="T7" fmla="*/ 0 h 400"/>
                      <a:gd name="T8" fmla="*/ 248 w 497"/>
                      <a:gd name="T9" fmla="*/ 71 h 400"/>
                      <a:gd name="T10" fmla="*/ 142 w 497"/>
                      <a:gd name="T11" fmla="*/ 0 h 400"/>
                      <a:gd name="T12" fmla="*/ 123 w 497"/>
                      <a:gd name="T13" fmla="*/ 0 h 400"/>
                      <a:gd name="T14" fmla="*/ 8 w 497"/>
                      <a:gd name="T15" fmla="*/ 71 h 400"/>
                      <a:gd name="T16" fmla="*/ 0 w 497"/>
                      <a:gd name="T17" fmla="*/ 89 h 400"/>
                      <a:gd name="T18" fmla="*/ 0 w 497"/>
                      <a:gd name="T19" fmla="*/ 382 h 400"/>
                      <a:gd name="T20" fmla="*/ 8 w 497"/>
                      <a:gd name="T21" fmla="*/ 390 h 400"/>
                      <a:gd name="T22" fmla="*/ 26 w 497"/>
                      <a:gd name="T23" fmla="*/ 390 h 400"/>
                      <a:gd name="T24" fmla="*/ 132 w 497"/>
                      <a:gd name="T25" fmla="*/ 328 h 400"/>
                      <a:gd name="T26" fmla="*/ 239 w 497"/>
                      <a:gd name="T27" fmla="*/ 390 h 400"/>
                      <a:gd name="T28" fmla="*/ 257 w 497"/>
                      <a:gd name="T29" fmla="*/ 390 h 400"/>
                      <a:gd name="T30" fmla="*/ 363 w 497"/>
                      <a:gd name="T31" fmla="*/ 328 h 400"/>
                      <a:gd name="T32" fmla="*/ 470 w 497"/>
                      <a:gd name="T33" fmla="*/ 390 h 400"/>
                      <a:gd name="T34" fmla="*/ 478 w 497"/>
                      <a:gd name="T35" fmla="*/ 399 h 400"/>
                      <a:gd name="T36" fmla="*/ 487 w 497"/>
                      <a:gd name="T37" fmla="*/ 390 h 400"/>
                      <a:gd name="T38" fmla="*/ 496 w 497"/>
                      <a:gd name="T39" fmla="*/ 382 h 400"/>
                      <a:gd name="T40" fmla="*/ 496 w 497"/>
                      <a:gd name="T41" fmla="*/ 89 h 400"/>
                      <a:gd name="T42" fmla="*/ 487 w 497"/>
                      <a:gd name="T43" fmla="*/ 71 h 400"/>
                      <a:gd name="T44" fmla="*/ 115 w 497"/>
                      <a:gd name="T45" fmla="*/ 293 h 400"/>
                      <a:gd name="T46" fmla="*/ 115 w 497"/>
                      <a:gd name="T47" fmla="*/ 293 h 400"/>
                      <a:gd name="T48" fmla="*/ 35 w 497"/>
                      <a:gd name="T49" fmla="*/ 346 h 400"/>
                      <a:gd name="T50" fmla="*/ 35 w 497"/>
                      <a:gd name="T51" fmla="*/ 98 h 400"/>
                      <a:gd name="T52" fmla="*/ 115 w 497"/>
                      <a:gd name="T53" fmla="*/ 44 h 400"/>
                      <a:gd name="T54" fmla="*/ 115 w 497"/>
                      <a:gd name="T55" fmla="*/ 293 h 400"/>
                      <a:gd name="T56" fmla="*/ 230 w 497"/>
                      <a:gd name="T57" fmla="*/ 346 h 400"/>
                      <a:gd name="T58" fmla="*/ 230 w 497"/>
                      <a:gd name="T59" fmla="*/ 346 h 400"/>
                      <a:gd name="T60" fmla="*/ 150 w 497"/>
                      <a:gd name="T61" fmla="*/ 293 h 400"/>
                      <a:gd name="T62" fmla="*/ 150 w 497"/>
                      <a:gd name="T63" fmla="*/ 44 h 400"/>
                      <a:gd name="T64" fmla="*/ 230 w 497"/>
                      <a:gd name="T65" fmla="*/ 98 h 400"/>
                      <a:gd name="T66" fmla="*/ 230 w 497"/>
                      <a:gd name="T67" fmla="*/ 346 h 400"/>
                      <a:gd name="T68" fmla="*/ 345 w 497"/>
                      <a:gd name="T69" fmla="*/ 293 h 400"/>
                      <a:gd name="T70" fmla="*/ 345 w 497"/>
                      <a:gd name="T71" fmla="*/ 293 h 400"/>
                      <a:gd name="T72" fmla="*/ 266 w 497"/>
                      <a:gd name="T73" fmla="*/ 346 h 400"/>
                      <a:gd name="T74" fmla="*/ 266 w 497"/>
                      <a:gd name="T75" fmla="*/ 98 h 400"/>
                      <a:gd name="T76" fmla="*/ 345 w 497"/>
                      <a:gd name="T77" fmla="*/ 44 h 400"/>
                      <a:gd name="T78" fmla="*/ 345 w 497"/>
                      <a:gd name="T79" fmla="*/ 293 h 400"/>
                      <a:gd name="T80" fmla="*/ 461 w 497"/>
                      <a:gd name="T81" fmla="*/ 346 h 400"/>
                      <a:gd name="T82" fmla="*/ 461 w 497"/>
                      <a:gd name="T83" fmla="*/ 346 h 400"/>
                      <a:gd name="T84" fmla="*/ 380 w 497"/>
                      <a:gd name="T85" fmla="*/ 293 h 400"/>
                      <a:gd name="T86" fmla="*/ 380 w 497"/>
                      <a:gd name="T87" fmla="*/ 44 h 400"/>
                      <a:gd name="T88" fmla="*/ 461 w 497"/>
                      <a:gd name="T89" fmla="*/ 98 h 400"/>
                      <a:gd name="T90" fmla="*/ 461 w 497"/>
                      <a:gd name="T91" fmla="*/ 346 h 4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</a:cxnLst>
                    <a:rect l="0" t="0" r="r" b="b"/>
                    <a:pathLst>
                      <a:path w="497" h="400">
                        <a:moveTo>
                          <a:pt x="487" y="71"/>
                        </a:moveTo>
                        <a:lnTo>
                          <a:pt x="487" y="71"/>
                        </a:lnTo>
                        <a:cubicBezTo>
                          <a:pt x="372" y="0"/>
                          <a:pt x="372" y="0"/>
                          <a:pt x="372" y="0"/>
                        </a:cubicBezTo>
                        <a:cubicBezTo>
                          <a:pt x="363" y="0"/>
                          <a:pt x="363" y="0"/>
                          <a:pt x="354" y="0"/>
                        </a:cubicBezTo>
                        <a:cubicBezTo>
                          <a:pt x="248" y="71"/>
                          <a:pt x="248" y="71"/>
                          <a:pt x="248" y="71"/>
                        </a:cubicBezTo>
                        <a:cubicBezTo>
                          <a:pt x="142" y="0"/>
                          <a:pt x="142" y="0"/>
                          <a:pt x="142" y="0"/>
                        </a:cubicBezTo>
                        <a:cubicBezTo>
                          <a:pt x="132" y="0"/>
                          <a:pt x="132" y="0"/>
                          <a:pt x="123" y="0"/>
                        </a:cubicBezTo>
                        <a:cubicBezTo>
                          <a:pt x="8" y="71"/>
                          <a:pt x="8" y="71"/>
                          <a:pt x="8" y="71"/>
                        </a:cubicBezTo>
                        <a:cubicBezTo>
                          <a:pt x="0" y="80"/>
                          <a:pt x="0" y="80"/>
                          <a:pt x="0" y="89"/>
                        </a:cubicBezTo>
                        <a:cubicBezTo>
                          <a:pt x="0" y="382"/>
                          <a:pt x="0" y="382"/>
                          <a:pt x="0" y="382"/>
                        </a:cubicBezTo>
                        <a:cubicBezTo>
                          <a:pt x="0" y="382"/>
                          <a:pt x="0" y="390"/>
                          <a:pt x="8" y="390"/>
                        </a:cubicBezTo>
                        <a:cubicBezTo>
                          <a:pt x="8" y="399"/>
                          <a:pt x="17" y="399"/>
                          <a:pt x="26" y="390"/>
                        </a:cubicBezTo>
                        <a:cubicBezTo>
                          <a:pt x="132" y="328"/>
                          <a:pt x="132" y="328"/>
                          <a:pt x="132" y="328"/>
                        </a:cubicBezTo>
                        <a:cubicBezTo>
                          <a:pt x="239" y="390"/>
                          <a:pt x="239" y="390"/>
                          <a:pt x="239" y="390"/>
                        </a:cubicBezTo>
                        <a:cubicBezTo>
                          <a:pt x="248" y="399"/>
                          <a:pt x="248" y="399"/>
                          <a:pt x="257" y="390"/>
                        </a:cubicBezTo>
                        <a:cubicBezTo>
                          <a:pt x="363" y="328"/>
                          <a:pt x="363" y="328"/>
                          <a:pt x="363" y="328"/>
                        </a:cubicBezTo>
                        <a:cubicBezTo>
                          <a:pt x="470" y="390"/>
                          <a:pt x="470" y="390"/>
                          <a:pt x="470" y="390"/>
                        </a:cubicBezTo>
                        <a:cubicBezTo>
                          <a:pt x="470" y="399"/>
                          <a:pt x="478" y="399"/>
                          <a:pt x="478" y="399"/>
                        </a:cubicBezTo>
                        <a:cubicBezTo>
                          <a:pt x="478" y="399"/>
                          <a:pt x="487" y="399"/>
                          <a:pt x="487" y="390"/>
                        </a:cubicBezTo>
                        <a:cubicBezTo>
                          <a:pt x="496" y="390"/>
                          <a:pt x="496" y="382"/>
                          <a:pt x="496" y="382"/>
                        </a:cubicBezTo>
                        <a:cubicBezTo>
                          <a:pt x="496" y="89"/>
                          <a:pt x="496" y="89"/>
                          <a:pt x="496" y="89"/>
                        </a:cubicBezTo>
                        <a:cubicBezTo>
                          <a:pt x="496" y="80"/>
                          <a:pt x="496" y="80"/>
                          <a:pt x="487" y="71"/>
                        </a:cubicBezTo>
                        <a:close/>
                        <a:moveTo>
                          <a:pt x="115" y="293"/>
                        </a:moveTo>
                        <a:lnTo>
                          <a:pt x="115" y="293"/>
                        </a:lnTo>
                        <a:cubicBezTo>
                          <a:pt x="35" y="346"/>
                          <a:pt x="35" y="346"/>
                          <a:pt x="35" y="346"/>
                        </a:cubicBezTo>
                        <a:cubicBezTo>
                          <a:pt x="35" y="98"/>
                          <a:pt x="35" y="98"/>
                          <a:pt x="35" y="98"/>
                        </a:cubicBezTo>
                        <a:cubicBezTo>
                          <a:pt x="115" y="44"/>
                          <a:pt x="115" y="44"/>
                          <a:pt x="115" y="44"/>
                        </a:cubicBezTo>
                        <a:lnTo>
                          <a:pt x="115" y="293"/>
                        </a:lnTo>
                        <a:close/>
                        <a:moveTo>
                          <a:pt x="230" y="346"/>
                        </a:moveTo>
                        <a:lnTo>
                          <a:pt x="230" y="346"/>
                        </a:lnTo>
                        <a:cubicBezTo>
                          <a:pt x="150" y="293"/>
                          <a:pt x="150" y="293"/>
                          <a:pt x="150" y="293"/>
                        </a:cubicBezTo>
                        <a:cubicBezTo>
                          <a:pt x="150" y="44"/>
                          <a:pt x="150" y="44"/>
                          <a:pt x="150" y="44"/>
                        </a:cubicBezTo>
                        <a:cubicBezTo>
                          <a:pt x="230" y="98"/>
                          <a:pt x="230" y="98"/>
                          <a:pt x="230" y="98"/>
                        </a:cubicBezTo>
                        <a:lnTo>
                          <a:pt x="230" y="346"/>
                        </a:lnTo>
                        <a:close/>
                        <a:moveTo>
                          <a:pt x="345" y="293"/>
                        </a:moveTo>
                        <a:lnTo>
                          <a:pt x="345" y="293"/>
                        </a:lnTo>
                        <a:cubicBezTo>
                          <a:pt x="266" y="346"/>
                          <a:pt x="266" y="346"/>
                          <a:pt x="266" y="346"/>
                        </a:cubicBezTo>
                        <a:cubicBezTo>
                          <a:pt x="266" y="98"/>
                          <a:pt x="266" y="98"/>
                          <a:pt x="266" y="98"/>
                        </a:cubicBezTo>
                        <a:cubicBezTo>
                          <a:pt x="345" y="44"/>
                          <a:pt x="345" y="44"/>
                          <a:pt x="345" y="44"/>
                        </a:cubicBezTo>
                        <a:lnTo>
                          <a:pt x="345" y="293"/>
                        </a:lnTo>
                        <a:close/>
                        <a:moveTo>
                          <a:pt x="461" y="346"/>
                        </a:moveTo>
                        <a:lnTo>
                          <a:pt x="461" y="346"/>
                        </a:lnTo>
                        <a:cubicBezTo>
                          <a:pt x="380" y="293"/>
                          <a:pt x="380" y="293"/>
                          <a:pt x="380" y="293"/>
                        </a:cubicBezTo>
                        <a:cubicBezTo>
                          <a:pt x="380" y="44"/>
                          <a:pt x="380" y="44"/>
                          <a:pt x="380" y="44"/>
                        </a:cubicBezTo>
                        <a:cubicBezTo>
                          <a:pt x="461" y="98"/>
                          <a:pt x="461" y="98"/>
                          <a:pt x="461" y="98"/>
                        </a:cubicBezTo>
                        <a:lnTo>
                          <a:pt x="461" y="346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endParaRPr lang="en-US" dirty="0"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5" name="Group 54"/>
                <p:cNvGrpSpPr/>
                <p:nvPr/>
              </p:nvGrpSpPr>
              <p:grpSpPr>
                <a:xfrm>
                  <a:off x="12308" y="2934"/>
                  <a:ext cx="1979" cy="1980"/>
                  <a:chOff x="14361737" y="2978422"/>
                  <a:chExt cx="1999231" cy="1999752"/>
                </a:xfrm>
              </p:grpSpPr>
              <p:grpSp>
                <p:nvGrpSpPr>
                  <p:cNvPr id="15" name="Group 74"/>
                  <p:cNvGrpSpPr/>
                  <p:nvPr/>
                </p:nvGrpSpPr>
                <p:grpSpPr>
                  <a:xfrm rot="21316916">
                    <a:off x="14361737" y="2978422"/>
                    <a:ext cx="1999231" cy="1999752"/>
                    <a:chOff x="5013110" y="5059616"/>
                    <a:chExt cx="3378533" cy="3379413"/>
                  </a:xfrm>
                </p:grpSpPr>
                <p:sp>
                  <p:nvSpPr>
                    <p:cNvPr id="17" name="Oval 76"/>
                    <p:cNvSpPr/>
                    <p:nvPr/>
                  </p:nvSpPr>
                  <p:spPr>
                    <a:xfrm rot="359999">
                      <a:off x="5013110" y="5059616"/>
                      <a:ext cx="3378533" cy="3379413"/>
                    </a:xfrm>
                    <a:prstGeom prst="diamond">
                      <a:avLst/>
                    </a:prstGeom>
                    <a:solidFill>
                      <a:schemeClr val="bg1">
                        <a:lumMod val="75000"/>
                        <a:alpha val="3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15703" tIns="57852" rIns="115703" bIns="57852" rtlCol="0" anchor="ctr"/>
                    <a:lstStyle/>
                    <a:p>
                      <a:pPr algn="ctr"/>
                      <a:endParaRPr lang="bg-BG"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18" name="Oval 77"/>
                    <p:cNvSpPr/>
                    <p:nvPr/>
                  </p:nvSpPr>
                  <p:spPr>
                    <a:xfrm rot="299999">
                      <a:off x="5286107" y="5332685"/>
                      <a:ext cx="2832537" cy="2833275"/>
                    </a:xfrm>
                    <a:prstGeom prst="diamond">
                      <a:avLst/>
                    </a:prstGeom>
                    <a:solidFill>
                      <a:schemeClr val="bg2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15703" tIns="57852" rIns="115703" bIns="57852" rtlCol="0" anchor="ctr"/>
                    <a:lstStyle/>
                    <a:p>
                      <a:pPr algn="ctr"/>
                      <a:endParaRPr lang="bg-BG">
                        <a:cs typeface="+mn-ea"/>
                        <a:sym typeface="+mn-lt"/>
                      </a:endParaRPr>
                    </a:p>
                  </p:txBody>
                </p:sp>
              </p:grpSp>
              <p:sp>
                <p:nvSpPr>
                  <p:cNvPr id="16" name="Freeform 22"/>
                  <p:cNvSpPr>
                    <a:spLocks noChangeArrowheads="1"/>
                  </p:cNvSpPr>
                  <p:nvPr/>
                </p:nvSpPr>
                <p:spPr bwMode="auto">
                  <a:xfrm>
                    <a:off x="15014064" y="3584307"/>
                    <a:ext cx="747702" cy="747708"/>
                  </a:xfrm>
                  <a:custGeom>
                    <a:avLst/>
                    <a:gdLst>
                      <a:gd name="T0" fmla="*/ 230 w 461"/>
                      <a:gd name="T1" fmla="*/ 8 h 461"/>
                      <a:gd name="T2" fmla="*/ 230 w 461"/>
                      <a:gd name="T3" fmla="*/ 8 h 461"/>
                      <a:gd name="T4" fmla="*/ 0 w 461"/>
                      <a:gd name="T5" fmla="*/ 239 h 461"/>
                      <a:gd name="T6" fmla="*/ 230 w 461"/>
                      <a:gd name="T7" fmla="*/ 460 h 461"/>
                      <a:gd name="T8" fmla="*/ 460 w 461"/>
                      <a:gd name="T9" fmla="*/ 230 h 461"/>
                      <a:gd name="T10" fmla="*/ 230 w 461"/>
                      <a:gd name="T11" fmla="*/ 8 h 461"/>
                      <a:gd name="T12" fmla="*/ 230 w 461"/>
                      <a:gd name="T13" fmla="*/ 35 h 461"/>
                      <a:gd name="T14" fmla="*/ 230 w 461"/>
                      <a:gd name="T15" fmla="*/ 35 h 461"/>
                      <a:gd name="T16" fmla="*/ 319 w 461"/>
                      <a:gd name="T17" fmla="*/ 53 h 461"/>
                      <a:gd name="T18" fmla="*/ 291 w 461"/>
                      <a:gd name="T19" fmla="*/ 106 h 461"/>
                      <a:gd name="T20" fmla="*/ 230 w 461"/>
                      <a:gd name="T21" fmla="*/ 97 h 461"/>
                      <a:gd name="T22" fmla="*/ 168 w 461"/>
                      <a:gd name="T23" fmla="*/ 106 h 461"/>
                      <a:gd name="T24" fmla="*/ 141 w 461"/>
                      <a:gd name="T25" fmla="*/ 53 h 461"/>
                      <a:gd name="T26" fmla="*/ 230 w 461"/>
                      <a:gd name="T27" fmla="*/ 35 h 461"/>
                      <a:gd name="T28" fmla="*/ 106 w 461"/>
                      <a:gd name="T29" fmla="*/ 292 h 461"/>
                      <a:gd name="T30" fmla="*/ 106 w 461"/>
                      <a:gd name="T31" fmla="*/ 292 h 461"/>
                      <a:gd name="T32" fmla="*/ 53 w 461"/>
                      <a:gd name="T33" fmla="*/ 327 h 461"/>
                      <a:gd name="T34" fmla="*/ 35 w 461"/>
                      <a:gd name="T35" fmla="*/ 239 h 461"/>
                      <a:gd name="T36" fmla="*/ 53 w 461"/>
                      <a:gd name="T37" fmla="*/ 141 h 461"/>
                      <a:gd name="T38" fmla="*/ 106 w 461"/>
                      <a:gd name="T39" fmla="*/ 167 h 461"/>
                      <a:gd name="T40" fmla="*/ 88 w 461"/>
                      <a:gd name="T41" fmla="*/ 230 h 461"/>
                      <a:gd name="T42" fmla="*/ 106 w 461"/>
                      <a:gd name="T43" fmla="*/ 292 h 461"/>
                      <a:gd name="T44" fmla="*/ 230 w 461"/>
                      <a:gd name="T45" fmla="*/ 433 h 461"/>
                      <a:gd name="T46" fmla="*/ 230 w 461"/>
                      <a:gd name="T47" fmla="*/ 433 h 461"/>
                      <a:gd name="T48" fmla="*/ 141 w 461"/>
                      <a:gd name="T49" fmla="*/ 407 h 461"/>
                      <a:gd name="T50" fmla="*/ 168 w 461"/>
                      <a:gd name="T51" fmla="*/ 354 h 461"/>
                      <a:gd name="T52" fmla="*/ 230 w 461"/>
                      <a:gd name="T53" fmla="*/ 372 h 461"/>
                      <a:gd name="T54" fmla="*/ 291 w 461"/>
                      <a:gd name="T55" fmla="*/ 354 h 461"/>
                      <a:gd name="T56" fmla="*/ 319 w 461"/>
                      <a:gd name="T57" fmla="*/ 407 h 461"/>
                      <a:gd name="T58" fmla="*/ 230 w 461"/>
                      <a:gd name="T59" fmla="*/ 433 h 461"/>
                      <a:gd name="T60" fmla="*/ 230 w 461"/>
                      <a:gd name="T61" fmla="*/ 345 h 461"/>
                      <a:gd name="T62" fmla="*/ 230 w 461"/>
                      <a:gd name="T63" fmla="*/ 345 h 461"/>
                      <a:gd name="T64" fmla="*/ 124 w 461"/>
                      <a:gd name="T65" fmla="*/ 230 h 461"/>
                      <a:gd name="T66" fmla="*/ 230 w 461"/>
                      <a:gd name="T67" fmla="*/ 123 h 461"/>
                      <a:gd name="T68" fmla="*/ 336 w 461"/>
                      <a:gd name="T69" fmla="*/ 230 h 461"/>
                      <a:gd name="T70" fmla="*/ 230 w 461"/>
                      <a:gd name="T71" fmla="*/ 345 h 461"/>
                      <a:gd name="T72" fmla="*/ 354 w 461"/>
                      <a:gd name="T73" fmla="*/ 292 h 461"/>
                      <a:gd name="T74" fmla="*/ 354 w 461"/>
                      <a:gd name="T75" fmla="*/ 292 h 461"/>
                      <a:gd name="T76" fmla="*/ 372 w 461"/>
                      <a:gd name="T77" fmla="*/ 230 h 461"/>
                      <a:gd name="T78" fmla="*/ 354 w 461"/>
                      <a:gd name="T79" fmla="*/ 167 h 461"/>
                      <a:gd name="T80" fmla="*/ 407 w 461"/>
                      <a:gd name="T81" fmla="*/ 141 h 461"/>
                      <a:gd name="T82" fmla="*/ 425 w 461"/>
                      <a:gd name="T83" fmla="*/ 230 h 461"/>
                      <a:gd name="T84" fmla="*/ 407 w 461"/>
                      <a:gd name="T85" fmla="*/ 327 h 461"/>
                      <a:gd name="T86" fmla="*/ 354 w 461"/>
                      <a:gd name="T87" fmla="*/ 292 h 4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</a:cxnLst>
                    <a:rect l="0" t="0" r="r" b="b"/>
                    <a:pathLst>
                      <a:path w="461" h="461">
                        <a:moveTo>
                          <a:pt x="230" y="8"/>
                        </a:moveTo>
                        <a:lnTo>
                          <a:pt x="230" y="8"/>
                        </a:lnTo>
                        <a:cubicBezTo>
                          <a:pt x="97" y="8"/>
                          <a:pt x="0" y="106"/>
                          <a:pt x="0" y="239"/>
                        </a:cubicBezTo>
                        <a:cubicBezTo>
                          <a:pt x="0" y="363"/>
                          <a:pt x="106" y="460"/>
                          <a:pt x="230" y="460"/>
                        </a:cubicBezTo>
                        <a:cubicBezTo>
                          <a:pt x="363" y="460"/>
                          <a:pt x="460" y="354"/>
                          <a:pt x="460" y="230"/>
                        </a:cubicBezTo>
                        <a:cubicBezTo>
                          <a:pt x="460" y="106"/>
                          <a:pt x="354" y="0"/>
                          <a:pt x="230" y="8"/>
                        </a:cubicBezTo>
                        <a:close/>
                        <a:moveTo>
                          <a:pt x="230" y="35"/>
                        </a:moveTo>
                        <a:lnTo>
                          <a:pt x="230" y="35"/>
                        </a:lnTo>
                        <a:cubicBezTo>
                          <a:pt x="256" y="35"/>
                          <a:pt x="291" y="44"/>
                          <a:pt x="319" y="53"/>
                        </a:cubicBezTo>
                        <a:cubicBezTo>
                          <a:pt x="291" y="106"/>
                          <a:pt x="291" y="106"/>
                          <a:pt x="291" y="106"/>
                        </a:cubicBezTo>
                        <a:cubicBezTo>
                          <a:pt x="275" y="97"/>
                          <a:pt x="247" y="97"/>
                          <a:pt x="230" y="97"/>
                        </a:cubicBezTo>
                        <a:cubicBezTo>
                          <a:pt x="203" y="97"/>
                          <a:pt x="185" y="97"/>
                          <a:pt x="168" y="106"/>
                        </a:cubicBezTo>
                        <a:cubicBezTo>
                          <a:pt x="141" y="53"/>
                          <a:pt x="141" y="53"/>
                          <a:pt x="141" y="53"/>
                        </a:cubicBezTo>
                        <a:cubicBezTo>
                          <a:pt x="168" y="44"/>
                          <a:pt x="194" y="35"/>
                          <a:pt x="230" y="35"/>
                        </a:cubicBezTo>
                        <a:close/>
                        <a:moveTo>
                          <a:pt x="106" y="292"/>
                        </a:moveTo>
                        <a:lnTo>
                          <a:pt x="106" y="292"/>
                        </a:lnTo>
                        <a:cubicBezTo>
                          <a:pt x="53" y="327"/>
                          <a:pt x="53" y="327"/>
                          <a:pt x="53" y="327"/>
                        </a:cubicBezTo>
                        <a:cubicBezTo>
                          <a:pt x="35" y="301"/>
                          <a:pt x="35" y="265"/>
                          <a:pt x="35" y="239"/>
                        </a:cubicBezTo>
                        <a:cubicBezTo>
                          <a:pt x="26" y="204"/>
                          <a:pt x="35" y="167"/>
                          <a:pt x="53" y="141"/>
                        </a:cubicBezTo>
                        <a:cubicBezTo>
                          <a:pt x="106" y="167"/>
                          <a:pt x="106" y="167"/>
                          <a:pt x="106" y="167"/>
                        </a:cubicBezTo>
                        <a:cubicBezTo>
                          <a:pt x="97" y="185"/>
                          <a:pt x="88" y="212"/>
                          <a:pt x="88" y="230"/>
                        </a:cubicBezTo>
                        <a:cubicBezTo>
                          <a:pt x="88" y="257"/>
                          <a:pt x="97" y="274"/>
                          <a:pt x="106" y="292"/>
                        </a:cubicBezTo>
                        <a:close/>
                        <a:moveTo>
                          <a:pt x="230" y="433"/>
                        </a:moveTo>
                        <a:lnTo>
                          <a:pt x="230" y="433"/>
                        </a:lnTo>
                        <a:cubicBezTo>
                          <a:pt x="194" y="433"/>
                          <a:pt x="168" y="425"/>
                          <a:pt x="141" y="407"/>
                        </a:cubicBezTo>
                        <a:cubicBezTo>
                          <a:pt x="168" y="354"/>
                          <a:pt x="168" y="354"/>
                          <a:pt x="168" y="354"/>
                        </a:cubicBezTo>
                        <a:cubicBezTo>
                          <a:pt x="185" y="363"/>
                          <a:pt x="203" y="372"/>
                          <a:pt x="230" y="372"/>
                        </a:cubicBezTo>
                        <a:cubicBezTo>
                          <a:pt x="247" y="372"/>
                          <a:pt x="275" y="363"/>
                          <a:pt x="291" y="354"/>
                        </a:cubicBezTo>
                        <a:cubicBezTo>
                          <a:pt x="319" y="407"/>
                          <a:pt x="319" y="407"/>
                          <a:pt x="319" y="407"/>
                        </a:cubicBezTo>
                        <a:cubicBezTo>
                          <a:pt x="291" y="425"/>
                          <a:pt x="266" y="433"/>
                          <a:pt x="230" y="433"/>
                        </a:cubicBezTo>
                        <a:close/>
                        <a:moveTo>
                          <a:pt x="230" y="345"/>
                        </a:moveTo>
                        <a:lnTo>
                          <a:pt x="230" y="345"/>
                        </a:lnTo>
                        <a:cubicBezTo>
                          <a:pt x="168" y="345"/>
                          <a:pt x="124" y="292"/>
                          <a:pt x="124" y="230"/>
                        </a:cubicBezTo>
                        <a:cubicBezTo>
                          <a:pt x="124" y="167"/>
                          <a:pt x="168" y="123"/>
                          <a:pt x="230" y="123"/>
                        </a:cubicBezTo>
                        <a:cubicBezTo>
                          <a:pt x="291" y="123"/>
                          <a:pt x="336" y="167"/>
                          <a:pt x="336" y="230"/>
                        </a:cubicBezTo>
                        <a:cubicBezTo>
                          <a:pt x="336" y="292"/>
                          <a:pt x="291" y="345"/>
                          <a:pt x="230" y="345"/>
                        </a:cubicBezTo>
                        <a:close/>
                        <a:moveTo>
                          <a:pt x="354" y="292"/>
                        </a:moveTo>
                        <a:lnTo>
                          <a:pt x="354" y="292"/>
                        </a:lnTo>
                        <a:cubicBezTo>
                          <a:pt x="363" y="274"/>
                          <a:pt x="372" y="257"/>
                          <a:pt x="372" y="230"/>
                        </a:cubicBezTo>
                        <a:cubicBezTo>
                          <a:pt x="372" y="212"/>
                          <a:pt x="363" y="185"/>
                          <a:pt x="354" y="167"/>
                        </a:cubicBezTo>
                        <a:cubicBezTo>
                          <a:pt x="407" y="141"/>
                          <a:pt x="407" y="141"/>
                          <a:pt x="407" y="141"/>
                        </a:cubicBezTo>
                        <a:cubicBezTo>
                          <a:pt x="416" y="167"/>
                          <a:pt x="425" y="195"/>
                          <a:pt x="425" y="230"/>
                        </a:cubicBezTo>
                        <a:cubicBezTo>
                          <a:pt x="425" y="265"/>
                          <a:pt x="416" y="292"/>
                          <a:pt x="407" y="327"/>
                        </a:cubicBezTo>
                        <a:lnTo>
                          <a:pt x="354" y="292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endParaRPr lang="en-US" dirty="0"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20" name="Group 61"/>
                <p:cNvGrpSpPr/>
                <p:nvPr/>
              </p:nvGrpSpPr>
              <p:grpSpPr>
                <a:xfrm rot="21316916">
                  <a:off x="8436" y="2924"/>
                  <a:ext cx="1979" cy="1980"/>
                  <a:chOff x="5013110" y="5059616"/>
                  <a:chExt cx="3378533" cy="3379413"/>
                </a:xfrm>
              </p:grpSpPr>
              <p:sp>
                <p:nvSpPr>
                  <p:cNvPr id="22" name="Oval 63"/>
                  <p:cNvSpPr/>
                  <p:nvPr/>
                </p:nvSpPr>
                <p:spPr>
                  <a:xfrm rot="359999">
                    <a:off x="5013110" y="5059616"/>
                    <a:ext cx="3378533" cy="3379413"/>
                  </a:xfrm>
                  <a:prstGeom prst="diamond">
                    <a:avLst/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15703" tIns="57852" rIns="115703" bIns="57852" rtlCol="0" anchor="ctr"/>
                  <a:lstStyle/>
                  <a:p>
                    <a:pPr algn="ctr"/>
                    <a:endParaRPr lang="bg-BG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" name="Oval 73"/>
                  <p:cNvSpPr/>
                  <p:nvPr/>
                </p:nvSpPr>
                <p:spPr>
                  <a:xfrm rot="299999">
                    <a:off x="5286107" y="5332685"/>
                    <a:ext cx="2832537" cy="2833275"/>
                  </a:xfrm>
                  <a:prstGeom prst="diamond">
                    <a:avLst/>
                  </a:prstGeom>
                  <a:solidFill>
                    <a:srgbClr val="1C4F9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15703" tIns="57852" rIns="115703" bIns="57852" rtlCol="0" anchor="ctr"/>
                  <a:lstStyle/>
                  <a:p>
                    <a:pPr algn="ctr"/>
                    <a:endParaRPr lang="bg-BG"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21" name="Freeform 101"/>
                <p:cNvSpPr>
                  <a:spLocks noChangeArrowheads="1"/>
                </p:cNvSpPr>
                <p:nvPr/>
              </p:nvSpPr>
              <p:spPr bwMode="auto">
                <a:xfrm>
                  <a:off x="9106" y="3576"/>
                  <a:ext cx="797" cy="613"/>
                </a:xfrm>
                <a:custGeom>
                  <a:avLst/>
                  <a:gdLst>
                    <a:gd name="T0" fmla="*/ 80 w 497"/>
                    <a:gd name="T1" fmla="*/ 248 h 382"/>
                    <a:gd name="T2" fmla="*/ 80 w 497"/>
                    <a:gd name="T3" fmla="*/ 248 h 382"/>
                    <a:gd name="T4" fmla="*/ 159 w 497"/>
                    <a:gd name="T5" fmla="*/ 328 h 382"/>
                    <a:gd name="T6" fmla="*/ 248 w 497"/>
                    <a:gd name="T7" fmla="*/ 381 h 382"/>
                    <a:gd name="T8" fmla="*/ 337 w 497"/>
                    <a:gd name="T9" fmla="*/ 337 h 382"/>
                    <a:gd name="T10" fmla="*/ 390 w 497"/>
                    <a:gd name="T11" fmla="*/ 258 h 382"/>
                    <a:gd name="T12" fmla="*/ 248 w 497"/>
                    <a:gd name="T13" fmla="*/ 328 h 382"/>
                    <a:gd name="T14" fmla="*/ 80 w 497"/>
                    <a:gd name="T15" fmla="*/ 248 h 382"/>
                    <a:gd name="T16" fmla="*/ 487 w 497"/>
                    <a:gd name="T17" fmla="*/ 124 h 382"/>
                    <a:gd name="T18" fmla="*/ 487 w 497"/>
                    <a:gd name="T19" fmla="*/ 124 h 382"/>
                    <a:gd name="T20" fmla="*/ 274 w 497"/>
                    <a:gd name="T21" fmla="*/ 9 h 382"/>
                    <a:gd name="T22" fmla="*/ 221 w 497"/>
                    <a:gd name="T23" fmla="*/ 9 h 382"/>
                    <a:gd name="T24" fmla="*/ 9 w 497"/>
                    <a:gd name="T25" fmla="*/ 124 h 382"/>
                    <a:gd name="T26" fmla="*/ 9 w 497"/>
                    <a:gd name="T27" fmla="*/ 160 h 382"/>
                    <a:gd name="T28" fmla="*/ 221 w 497"/>
                    <a:gd name="T29" fmla="*/ 275 h 382"/>
                    <a:gd name="T30" fmla="*/ 274 w 497"/>
                    <a:gd name="T31" fmla="*/ 275 h 382"/>
                    <a:gd name="T32" fmla="*/ 408 w 497"/>
                    <a:gd name="T33" fmla="*/ 195 h 382"/>
                    <a:gd name="T34" fmla="*/ 266 w 497"/>
                    <a:gd name="T35" fmla="*/ 160 h 382"/>
                    <a:gd name="T36" fmla="*/ 248 w 497"/>
                    <a:gd name="T37" fmla="*/ 168 h 382"/>
                    <a:gd name="T38" fmla="*/ 203 w 497"/>
                    <a:gd name="T39" fmla="*/ 133 h 382"/>
                    <a:gd name="T40" fmla="*/ 248 w 497"/>
                    <a:gd name="T41" fmla="*/ 107 h 382"/>
                    <a:gd name="T42" fmla="*/ 293 w 497"/>
                    <a:gd name="T43" fmla="*/ 124 h 382"/>
                    <a:gd name="T44" fmla="*/ 443 w 497"/>
                    <a:gd name="T45" fmla="*/ 177 h 382"/>
                    <a:gd name="T46" fmla="*/ 487 w 497"/>
                    <a:gd name="T47" fmla="*/ 160 h 382"/>
                    <a:gd name="T48" fmla="*/ 487 w 497"/>
                    <a:gd name="T49" fmla="*/ 124 h 382"/>
                    <a:gd name="T50" fmla="*/ 425 w 497"/>
                    <a:gd name="T51" fmla="*/ 346 h 382"/>
                    <a:gd name="T52" fmla="*/ 425 w 497"/>
                    <a:gd name="T53" fmla="*/ 346 h 382"/>
                    <a:gd name="T54" fmla="*/ 461 w 497"/>
                    <a:gd name="T55" fmla="*/ 337 h 382"/>
                    <a:gd name="T56" fmla="*/ 443 w 497"/>
                    <a:gd name="T57" fmla="*/ 177 h 382"/>
                    <a:gd name="T58" fmla="*/ 408 w 497"/>
                    <a:gd name="T59" fmla="*/ 195 h 382"/>
                    <a:gd name="T60" fmla="*/ 425 w 497"/>
                    <a:gd name="T61" fmla="*/ 346 h 3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497" h="382">
                      <a:moveTo>
                        <a:pt x="80" y="248"/>
                      </a:moveTo>
                      <a:lnTo>
                        <a:pt x="80" y="248"/>
                      </a:lnTo>
                      <a:cubicBezTo>
                        <a:pt x="97" y="293"/>
                        <a:pt x="106" y="311"/>
                        <a:pt x="159" y="328"/>
                      </a:cubicBezTo>
                      <a:cubicBezTo>
                        <a:pt x="203" y="355"/>
                        <a:pt x="230" y="381"/>
                        <a:pt x="248" y="381"/>
                      </a:cubicBezTo>
                      <a:cubicBezTo>
                        <a:pt x="266" y="381"/>
                        <a:pt x="293" y="355"/>
                        <a:pt x="337" y="337"/>
                      </a:cubicBezTo>
                      <a:cubicBezTo>
                        <a:pt x="390" y="311"/>
                        <a:pt x="372" y="311"/>
                        <a:pt x="390" y="258"/>
                      </a:cubicBezTo>
                      <a:cubicBezTo>
                        <a:pt x="248" y="328"/>
                        <a:pt x="248" y="328"/>
                        <a:pt x="248" y="328"/>
                      </a:cubicBezTo>
                      <a:lnTo>
                        <a:pt x="80" y="248"/>
                      </a:lnTo>
                      <a:close/>
                      <a:moveTo>
                        <a:pt x="487" y="124"/>
                      </a:moveTo>
                      <a:lnTo>
                        <a:pt x="487" y="124"/>
                      </a:lnTo>
                      <a:cubicBezTo>
                        <a:pt x="274" y="9"/>
                        <a:pt x="274" y="9"/>
                        <a:pt x="274" y="9"/>
                      </a:cubicBezTo>
                      <a:cubicBezTo>
                        <a:pt x="266" y="0"/>
                        <a:pt x="239" y="0"/>
                        <a:pt x="221" y="9"/>
                      </a:cubicBezTo>
                      <a:cubicBezTo>
                        <a:pt x="9" y="124"/>
                        <a:pt x="9" y="124"/>
                        <a:pt x="9" y="124"/>
                      </a:cubicBezTo>
                      <a:cubicBezTo>
                        <a:pt x="0" y="133"/>
                        <a:pt x="0" y="142"/>
                        <a:pt x="9" y="160"/>
                      </a:cubicBezTo>
                      <a:cubicBezTo>
                        <a:pt x="221" y="275"/>
                        <a:pt x="221" y="275"/>
                        <a:pt x="221" y="275"/>
                      </a:cubicBezTo>
                      <a:cubicBezTo>
                        <a:pt x="239" y="284"/>
                        <a:pt x="266" y="284"/>
                        <a:pt x="274" y="275"/>
                      </a:cubicBezTo>
                      <a:cubicBezTo>
                        <a:pt x="408" y="195"/>
                        <a:pt x="408" y="195"/>
                        <a:pt x="408" y="195"/>
                      </a:cubicBezTo>
                      <a:cubicBezTo>
                        <a:pt x="266" y="160"/>
                        <a:pt x="266" y="160"/>
                        <a:pt x="266" y="160"/>
                      </a:cubicBezTo>
                      <a:cubicBezTo>
                        <a:pt x="257" y="160"/>
                        <a:pt x="257" y="168"/>
                        <a:pt x="248" y="168"/>
                      </a:cubicBezTo>
                      <a:cubicBezTo>
                        <a:pt x="221" y="168"/>
                        <a:pt x="203" y="151"/>
                        <a:pt x="203" y="133"/>
                      </a:cubicBezTo>
                      <a:cubicBezTo>
                        <a:pt x="203" y="124"/>
                        <a:pt x="221" y="107"/>
                        <a:pt x="248" y="107"/>
                      </a:cubicBezTo>
                      <a:cubicBezTo>
                        <a:pt x="266" y="107"/>
                        <a:pt x="284" y="115"/>
                        <a:pt x="293" y="124"/>
                      </a:cubicBezTo>
                      <a:cubicBezTo>
                        <a:pt x="443" y="177"/>
                        <a:pt x="443" y="177"/>
                        <a:pt x="443" y="177"/>
                      </a:cubicBezTo>
                      <a:cubicBezTo>
                        <a:pt x="487" y="160"/>
                        <a:pt x="487" y="160"/>
                        <a:pt x="487" y="160"/>
                      </a:cubicBezTo>
                      <a:cubicBezTo>
                        <a:pt x="496" y="142"/>
                        <a:pt x="496" y="133"/>
                        <a:pt x="487" y="124"/>
                      </a:cubicBezTo>
                      <a:close/>
                      <a:moveTo>
                        <a:pt x="425" y="346"/>
                      </a:moveTo>
                      <a:lnTo>
                        <a:pt x="425" y="346"/>
                      </a:lnTo>
                      <a:cubicBezTo>
                        <a:pt x="416" y="355"/>
                        <a:pt x="452" y="364"/>
                        <a:pt x="461" y="337"/>
                      </a:cubicBezTo>
                      <a:cubicBezTo>
                        <a:pt x="469" y="213"/>
                        <a:pt x="443" y="177"/>
                        <a:pt x="443" y="177"/>
                      </a:cubicBezTo>
                      <a:cubicBezTo>
                        <a:pt x="408" y="195"/>
                        <a:pt x="408" y="195"/>
                        <a:pt x="408" y="195"/>
                      </a:cubicBezTo>
                      <a:cubicBezTo>
                        <a:pt x="408" y="195"/>
                        <a:pt x="443" y="222"/>
                        <a:pt x="425" y="34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Oval 59"/>
                <p:cNvSpPr/>
                <p:nvPr/>
              </p:nvSpPr>
              <p:spPr>
                <a:xfrm>
                  <a:off x="4555" y="2918"/>
                  <a:ext cx="1979" cy="1980"/>
                </a:xfrm>
                <a:prstGeom prst="diamond">
                  <a:avLst/>
                </a:prstGeom>
                <a:solidFill>
                  <a:schemeClr val="bg1">
                    <a:lumMod val="75000"/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15703" tIns="57852" rIns="115703" bIns="57852" rtlCol="0" anchor="ctr"/>
                <a:lstStyle/>
                <a:p>
                  <a:pPr algn="ctr"/>
                  <a:endParaRPr lang="bg-BG"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Oval 60"/>
                <p:cNvSpPr/>
                <p:nvPr/>
              </p:nvSpPr>
              <p:spPr>
                <a:xfrm>
                  <a:off x="4715" y="3078"/>
                  <a:ext cx="1659" cy="1660"/>
                </a:xfrm>
                <a:prstGeom prst="diamond">
                  <a:avLst/>
                </a:prstGeom>
                <a:solidFill>
                  <a:schemeClr val="bg2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15703" tIns="57852" rIns="115703" bIns="57852" rtlCol="0" anchor="ctr"/>
                <a:lstStyle/>
                <a:p>
                  <a:pPr algn="ctr"/>
                  <a:endParaRPr lang="bg-BG"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Freeform 104"/>
                <p:cNvSpPr>
                  <a:spLocks noChangeArrowheads="1"/>
                </p:cNvSpPr>
                <p:nvPr/>
              </p:nvSpPr>
              <p:spPr bwMode="auto">
                <a:xfrm>
                  <a:off x="5169" y="3584"/>
                  <a:ext cx="797" cy="536"/>
                </a:xfrm>
                <a:custGeom>
                  <a:avLst/>
                  <a:gdLst>
                    <a:gd name="T0" fmla="*/ 203 w 497"/>
                    <a:gd name="T1" fmla="*/ 257 h 337"/>
                    <a:gd name="T2" fmla="*/ 203 w 497"/>
                    <a:gd name="T3" fmla="*/ 257 h 337"/>
                    <a:gd name="T4" fmla="*/ 221 w 497"/>
                    <a:gd name="T5" fmla="*/ 327 h 337"/>
                    <a:gd name="T6" fmla="*/ 283 w 497"/>
                    <a:gd name="T7" fmla="*/ 310 h 337"/>
                    <a:gd name="T8" fmla="*/ 398 w 497"/>
                    <a:gd name="T9" fmla="*/ 9 h 337"/>
                    <a:gd name="T10" fmla="*/ 203 w 497"/>
                    <a:gd name="T11" fmla="*/ 257 h 337"/>
                    <a:gd name="T12" fmla="*/ 248 w 497"/>
                    <a:gd name="T13" fmla="*/ 71 h 337"/>
                    <a:gd name="T14" fmla="*/ 248 w 497"/>
                    <a:gd name="T15" fmla="*/ 71 h 337"/>
                    <a:gd name="T16" fmla="*/ 274 w 497"/>
                    <a:gd name="T17" fmla="*/ 71 h 337"/>
                    <a:gd name="T18" fmla="*/ 310 w 497"/>
                    <a:gd name="T19" fmla="*/ 26 h 337"/>
                    <a:gd name="T20" fmla="*/ 248 w 497"/>
                    <a:gd name="T21" fmla="*/ 17 h 337"/>
                    <a:gd name="T22" fmla="*/ 0 w 497"/>
                    <a:gd name="T23" fmla="*/ 283 h 337"/>
                    <a:gd name="T24" fmla="*/ 0 w 497"/>
                    <a:gd name="T25" fmla="*/ 310 h 337"/>
                    <a:gd name="T26" fmla="*/ 26 w 497"/>
                    <a:gd name="T27" fmla="*/ 336 h 337"/>
                    <a:gd name="T28" fmla="*/ 53 w 497"/>
                    <a:gd name="T29" fmla="*/ 310 h 337"/>
                    <a:gd name="T30" fmla="*/ 53 w 497"/>
                    <a:gd name="T31" fmla="*/ 283 h 337"/>
                    <a:gd name="T32" fmla="*/ 248 w 497"/>
                    <a:gd name="T33" fmla="*/ 71 h 337"/>
                    <a:gd name="T34" fmla="*/ 425 w 497"/>
                    <a:gd name="T35" fmla="*/ 98 h 337"/>
                    <a:gd name="T36" fmla="*/ 425 w 497"/>
                    <a:gd name="T37" fmla="*/ 98 h 337"/>
                    <a:gd name="T38" fmla="*/ 407 w 497"/>
                    <a:gd name="T39" fmla="*/ 151 h 337"/>
                    <a:gd name="T40" fmla="*/ 442 w 497"/>
                    <a:gd name="T41" fmla="*/ 283 h 337"/>
                    <a:gd name="T42" fmla="*/ 442 w 497"/>
                    <a:gd name="T43" fmla="*/ 310 h 337"/>
                    <a:gd name="T44" fmla="*/ 469 w 497"/>
                    <a:gd name="T45" fmla="*/ 336 h 337"/>
                    <a:gd name="T46" fmla="*/ 469 w 497"/>
                    <a:gd name="T47" fmla="*/ 336 h 337"/>
                    <a:gd name="T48" fmla="*/ 496 w 497"/>
                    <a:gd name="T49" fmla="*/ 310 h 337"/>
                    <a:gd name="T50" fmla="*/ 496 w 497"/>
                    <a:gd name="T51" fmla="*/ 283 h 337"/>
                    <a:gd name="T52" fmla="*/ 425 w 497"/>
                    <a:gd name="T53" fmla="*/ 98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97" h="337">
                      <a:moveTo>
                        <a:pt x="203" y="257"/>
                      </a:moveTo>
                      <a:lnTo>
                        <a:pt x="203" y="257"/>
                      </a:lnTo>
                      <a:cubicBezTo>
                        <a:pt x="186" y="283"/>
                        <a:pt x="194" y="310"/>
                        <a:pt x="221" y="327"/>
                      </a:cubicBezTo>
                      <a:cubicBezTo>
                        <a:pt x="239" y="336"/>
                        <a:pt x="266" y="336"/>
                        <a:pt x="283" y="310"/>
                      </a:cubicBezTo>
                      <a:cubicBezTo>
                        <a:pt x="301" y="274"/>
                        <a:pt x="407" y="9"/>
                        <a:pt x="398" y="9"/>
                      </a:cubicBezTo>
                      <a:cubicBezTo>
                        <a:pt x="389" y="0"/>
                        <a:pt x="221" y="230"/>
                        <a:pt x="203" y="257"/>
                      </a:cubicBezTo>
                      <a:close/>
                      <a:moveTo>
                        <a:pt x="248" y="71"/>
                      </a:moveTo>
                      <a:lnTo>
                        <a:pt x="248" y="71"/>
                      </a:lnTo>
                      <a:cubicBezTo>
                        <a:pt x="257" y="71"/>
                        <a:pt x="266" y="71"/>
                        <a:pt x="274" y="71"/>
                      </a:cubicBezTo>
                      <a:cubicBezTo>
                        <a:pt x="292" y="53"/>
                        <a:pt x="301" y="44"/>
                        <a:pt x="310" y="26"/>
                      </a:cubicBezTo>
                      <a:cubicBezTo>
                        <a:pt x="292" y="17"/>
                        <a:pt x="274" y="17"/>
                        <a:pt x="248" y="17"/>
                      </a:cubicBezTo>
                      <a:cubicBezTo>
                        <a:pt x="106" y="17"/>
                        <a:pt x="0" y="133"/>
                        <a:pt x="0" y="283"/>
                      </a:cubicBezTo>
                      <a:cubicBezTo>
                        <a:pt x="0" y="292"/>
                        <a:pt x="0" y="301"/>
                        <a:pt x="0" y="310"/>
                      </a:cubicBezTo>
                      <a:cubicBezTo>
                        <a:pt x="0" y="327"/>
                        <a:pt x="17" y="336"/>
                        <a:pt x="26" y="336"/>
                      </a:cubicBezTo>
                      <a:cubicBezTo>
                        <a:pt x="44" y="336"/>
                        <a:pt x="53" y="319"/>
                        <a:pt x="53" y="310"/>
                      </a:cubicBezTo>
                      <a:cubicBezTo>
                        <a:pt x="53" y="301"/>
                        <a:pt x="53" y="292"/>
                        <a:pt x="53" y="283"/>
                      </a:cubicBezTo>
                      <a:cubicBezTo>
                        <a:pt x="53" y="160"/>
                        <a:pt x="132" y="71"/>
                        <a:pt x="248" y="71"/>
                      </a:cubicBezTo>
                      <a:close/>
                      <a:moveTo>
                        <a:pt x="425" y="98"/>
                      </a:moveTo>
                      <a:lnTo>
                        <a:pt x="425" y="98"/>
                      </a:lnTo>
                      <a:cubicBezTo>
                        <a:pt x="416" y="115"/>
                        <a:pt x="416" y="133"/>
                        <a:pt x="407" y="151"/>
                      </a:cubicBezTo>
                      <a:cubicBezTo>
                        <a:pt x="433" y="186"/>
                        <a:pt x="442" y="239"/>
                        <a:pt x="442" y="283"/>
                      </a:cubicBezTo>
                      <a:cubicBezTo>
                        <a:pt x="442" y="292"/>
                        <a:pt x="442" y="301"/>
                        <a:pt x="442" y="310"/>
                      </a:cubicBezTo>
                      <a:cubicBezTo>
                        <a:pt x="442" y="319"/>
                        <a:pt x="451" y="336"/>
                        <a:pt x="469" y="336"/>
                      </a:cubicBezTo>
                      <a:lnTo>
                        <a:pt x="469" y="336"/>
                      </a:lnTo>
                      <a:cubicBezTo>
                        <a:pt x="478" y="336"/>
                        <a:pt x="496" y="327"/>
                        <a:pt x="496" y="310"/>
                      </a:cubicBezTo>
                      <a:cubicBezTo>
                        <a:pt x="496" y="301"/>
                        <a:pt x="496" y="292"/>
                        <a:pt x="496" y="283"/>
                      </a:cubicBezTo>
                      <a:cubicBezTo>
                        <a:pt x="496" y="213"/>
                        <a:pt x="469" y="151"/>
                        <a:pt x="425" y="9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cxnSp>
              <p:nvCxnSpPr>
                <p:cNvPr id="30" name="直接连接符 84"/>
                <p:cNvCxnSpPr/>
                <p:nvPr/>
              </p:nvCxnSpPr>
              <p:spPr>
                <a:xfrm flipV="1">
                  <a:off x="10479" y="3938"/>
                  <a:ext cx="1676" cy="0"/>
                </a:xfrm>
                <a:prstGeom prst="line">
                  <a:avLst/>
                </a:prstGeom>
                <a:noFill/>
                <a:ln w="38100">
                  <a:solidFill>
                    <a:schemeClr val="bg2">
                      <a:lumMod val="85000"/>
                    </a:schemeClr>
                  </a:solidFill>
                  <a:tailEnd type="oval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3" name="直接连接符 84"/>
                <p:cNvCxnSpPr/>
                <p:nvPr/>
              </p:nvCxnSpPr>
              <p:spPr>
                <a:xfrm flipV="1">
                  <a:off x="14350" y="3938"/>
                  <a:ext cx="1676" cy="0"/>
                </a:xfrm>
                <a:prstGeom prst="line">
                  <a:avLst/>
                </a:prstGeom>
                <a:noFill/>
                <a:ln w="38100">
                  <a:solidFill>
                    <a:srgbClr val="0C4B6B"/>
                  </a:solidFill>
                  <a:tailEnd type="oval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6" name="直接连接符 84"/>
                <p:cNvCxnSpPr/>
                <p:nvPr/>
              </p:nvCxnSpPr>
              <p:spPr>
                <a:xfrm flipV="1">
                  <a:off x="2724" y="3938"/>
                  <a:ext cx="1676" cy="0"/>
                </a:xfrm>
                <a:prstGeom prst="line">
                  <a:avLst/>
                </a:prstGeom>
                <a:noFill/>
                <a:ln w="38100">
                  <a:solidFill>
                    <a:schemeClr val="bg2">
                      <a:lumMod val="85000"/>
                    </a:schemeClr>
                  </a:solidFill>
                  <a:tailEnd type="oval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7" name="弧形 85"/>
                <p:cNvSpPr/>
                <p:nvPr/>
              </p:nvSpPr>
              <p:spPr>
                <a:xfrm rot="16200000">
                  <a:off x="856" y="3013"/>
                  <a:ext cx="1846" cy="1846"/>
                </a:xfrm>
                <a:prstGeom prst="arc">
                  <a:avLst>
                    <a:gd name="adj1" fmla="val 2657162"/>
                    <a:gd name="adj2" fmla="val 8176062"/>
                  </a:avLst>
                </a:prstGeom>
                <a:noFill/>
                <a:ln w="38100">
                  <a:solidFill>
                    <a:schemeClr val="bg2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500" dirty="0">
                    <a:cs typeface="+mn-ea"/>
                    <a:sym typeface="+mn-lt"/>
                  </a:endParaRPr>
                </a:p>
              </p:txBody>
            </p:sp>
            <p:grpSp>
              <p:nvGrpSpPr>
                <p:cNvPr id="14" name="Group 107"/>
                <p:cNvGrpSpPr/>
                <p:nvPr/>
              </p:nvGrpSpPr>
              <p:grpSpPr>
                <a:xfrm>
                  <a:off x="16092" y="2933"/>
                  <a:ext cx="1979" cy="1980"/>
                  <a:chOff x="9907711" y="7463571"/>
                  <a:chExt cx="1999231" cy="1999752"/>
                </a:xfrm>
              </p:grpSpPr>
              <p:grpSp>
                <p:nvGrpSpPr>
                  <p:cNvPr id="19" name="Group 108"/>
                  <p:cNvGrpSpPr/>
                  <p:nvPr/>
                </p:nvGrpSpPr>
                <p:grpSpPr>
                  <a:xfrm rot="21316916">
                    <a:off x="9907711" y="7463571"/>
                    <a:ext cx="1999231" cy="1999752"/>
                    <a:chOff x="5013110" y="5059616"/>
                    <a:chExt cx="3378533" cy="3379413"/>
                  </a:xfrm>
                </p:grpSpPr>
                <p:sp>
                  <p:nvSpPr>
                    <p:cNvPr id="24" name="Oval 110"/>
                    <p:cNvSpPr/>
                    <p:nvPr/>
                  </p:nvSpPr>
                  <p:spPr>
                    <a:xfrm rot="359999">
                      <a:off x="5013110" y="5059616"/>
                      <a:ext cx="3378533" cy="3379413"/>
                    </a:xfrm>
                    <a:prstGeom prst="diamond">
                      <a:avLst/>
                    </a:prstGeom>
                    <a:solidFill>
                      <a:schemeClr val="bg1">
                        <a:lumMod val="75000"/>
                        <a:alpha val="3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15703" tIns="57852" rIns="115703" bIns="57852" rtlCol="0" anchor="ctr"/>
                    <a:lstStyle/>
                    <a:p>
                      <a:pPr algn="ctr"/>
                      <a:endParaRPr lang="bg-BG"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25" name="Oval 111"/>
                    <p:cNvSpPr/>
                    <p:nvPr/>
                  </p:nvSpPr>
                  <p:spPr>
                    <a:xfrm rot="299999">
                      <a:off x="5286108" y="5332684"/>
                      <a:ext cx="2832536" cy="2833274"/>
                    </a:xfrm>
                    <a:prstGeom prst="diamond">
                      <a:avLst/>
                    </a:prstGeom>
                    <a:solidFill>
                      <a:srgbClr val="1C4F9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15703" tIns="57852" rIns="115703" bIns="57852" rtlCol="0" anchor="ctr"/>
                    <a:lstStyle/>
                    <a:p>
                      <a:pPr algn="ctr"/>
                      <a:endParaRPr lang="bg-BG">
                        <a:cs typeface="+mn-ea"/>
                        <a:sym typeface="+mn-lt"/>
                      </a:endParaRPr>
                    </a:p>
                  </p:txBody>
                </p:sp>
              </p:grpSp>
              <p:sp>
                <p:nvSpPr>
                  <p:cNvPr id="29" name="Freeform 104"/>
                  <p:cNvSpPr>
                    <a:spLocks noChangeArrowheads="1"/>
                  </p:cNvSpPr>
                  <p:nvPr/>
                </p:nvSpPr>
                <p:spPr bwMode="auto">
                  <a:xfrm>
                    <a:off x="10528124" y="8136492"/>
                    <a:ext cx="804676" cy="541196"/>
                  </a:xfrm>
                  <a:custGeom>
                    <a:avLst/>
                    <a:gdLst>
                      <a:gd name="T0" fmla="*/ 203 w 497"/>
                      <a:gd name="T1" fmla="*/ 257 h 337"/>
                      <a:gd name="T2" fmla="*/ 203 w 497"/>
                      <a:gd name="T3" fmla="*/ 257 h 337"/>
                      <a:gd name="T4" fmla="*/ 221 w 497"/>
                      <a:gd name="T5" fmla="*/ 327 h 337"/>
                      <a:gd name="T6" fmla="*/ 283 w 497"/>
                      <a:gd name="T7" fmla="*/ 310 h 337"/>
                      <a:gd name="T8" fmla="*/ 398 w 497"/>
                      <a:gd name="T9" fmla="*/ 9 h 337"/>
                      <a:gd name="T10" fmla="*/ 203 w 497"/>
                      <a:gd name="T11" fmla="*/ 257 h 337"/>
                      <a:gd name="T12" fmla="*/ 248 w 497"/>
                      <a:gd name="T13" fmla="*/ 71 h 337"/>
                      <a:gd name="T14" fmla="*/ 248 w 497"/>
                      <a:gd name="T15" fmla="*/ 71 h 337"/>
                      <a:gd name="T16" fmla="*/ 274 w 497"/>
                      <a:gd name="T17" fmla="*/ 71 h 337"/>
                      <a:gd name="T18" fmla="*/ 310 w 497"/>
                      <a:gd name="T19" fmla="*/ 26 h 337"/>
                      <a:gd name="T20" fmla="*/ 248 w 497"/>
                      <a:gd name="T21" fmla="*/ 17 h 337"/>
                      <a:gd name="T22" fmla="*/ 0 w 497"/>
                      <a:gd name="T23" fmla="*/ 283 h 337"/>
                      <a:gd name="T24" fmla="*/ 0 w 497"/>
                      <a:gd name="T25" fmla="*/ 310 h 337"/>
                      <a:gd name="T26" fmla="*/ 26 w 497"/>
                      <a:gd name="T27" fmla="*/ 336 h 337"/>
                      <a:gd name="T28" fmla="*/ 53 w 497"/>
                      <a:gd name="T29" fmla="*/ 310 h 337"/>
                      <a:gd name="T30" fmla="*/ 53 w 497"/>
                      <a:gd name="T31" fmla="*/ 283 h 337"/>
                      <a:gd name="T32" fmla="*/ 248 w 497"/>
                      <a:gd name="T33" fmla="*/ 71 h 337"/>
                      <a:gd name="T34" fmla="*/ 425 w 497"/>
                      <a:gd name="T35" fmla="*/ 98 h 337"/>
                      <a:gd name="T36" fmla="*/ 425 w 497"/>
                      <a:gd name="T37" fmla="*/ 98 h 337"/>
                      <a:gd name="T38" fmla="*/ 407 w 497"/>
                      <a:gd name="T39" fmla="*/ 151 h 337"/>
                      <a:gd name="T40" fmla="*/ 442 w 497"/>
                      <a:gd name="T41" fmla="*/ 283 h 337"/>
                      <a:gd name="T42" fmla="*/ 442 w 497"/>
                      <a:gd name="T43" fmla="*/ 310 h 337"/>
                      <a:gd name="T44" fmla="*/ 469 w 497"/>
                      <a:gd name="T45" fmla="*/ 336 h 337"/>
                      <a:gd name="T46" fmla="*/ 469 w 497"/>
                      <a:gd name="T47" fmla="*/ 336 h 337"/>
                      <a:gd name="T48" fmla="*/ 496 w 497"/>
                      <a:gd name="T49" fmla="*/ 310 h 337"/>
                      <a:gd name="T50" fmla="*/ 496 w 497"/>
                      <a:gd name="T51" fmla="*/ 283 h 337"/>
                      <a:gd name="T52" fmla="*/ 425 w 497"/>
                      <a:gd name="T53" fmla="*/ 98 h 3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</a:cxnLst>
                    <a:rect l="0" t="0" r="r" b="b"/>
                    <a:pathLst>
                      <a:path w="497" h="337">
                        <a:moveTo>
                          <a:pt x="203" y="257"/>
                        </a:moveTo>
                        <a:lnTo>
                          <a:pt x="203" y="257"/>
                        </a:lnTo>
                        <a:cubicBezTo>
                          <a:pt x="186" y="283"/>
                          <a:pt x="194" y="310"/>
                          <a:pt x="221" y="327"/>
                        </a:cubicBezTo>
                        <a:cubicBezTo>
                          <a:pt x="239" y="336"/>
                          <a:pt x="266" y="336"/>
                          <a:pt x="283" y="310"/>
                        </a:cubicBezTo>
                        <a:cubicBezTo>
                          <a:pt x="301" y="274"/>
                          <a:pt x="407" y="9"/>
                          <a:pt x="398" y="9"/>
                        </a:cubicBezTo>
                        <a:cubicBezTo>
                          <a:pt x="389" y="0"/>
                          <a:pt x="221" y="230"/>
                          <a:pt x="203" y="257"/>
                        </a:cubicBezTo>
                        <a:close/>
                        <a:moveTo>
                          <a:pt x="248" y="71"/>
                        </a:moveTo>
                        <a:lnTo>
                          <a:pt x="248" y="71"/>
                        </a:lnTo>
                        <a:cubicBezTo>
                          <a:pt x="257" y="71"/>
                          <a:pt x="266" y="71"/>
                          <a:pt x="274" y="71"/>
                        </a:cubicBezTo>
                        <a:cubicBezTo>
                          <a:pt x="292" y="53"/>
                          <a:pt x="301" y="44"/>
                          <a:pt x="310" y="26"/>
                        </a:cubicBezTo>
                        <a:cubicBezTo>
                          <a:pt x="292" y="17"/>
                          <a:pt x="274" y="17"/>
                          <a:pt x="248" y="17"/>
                        </a:cubicBezTo>
                        <a:cubicBezTo>
                          <a:pt x="106" y="17"/>
                          <a:pt x="0" y="133"/>
                          <a:pt x="0" y="283"/>
                        </a:cubicBezTo>
                        <a:cubicBezTo>
                          <a:pt x="0" y="292"/>
                          <a:pt x="0" y="301"/>
                          <a:pt x="0" y="310"/>
                        </a:cubicBezTo>
                        <a:cubicBezTo>
                          <a:pt x="0" y="327"/>
                          <a:pt x="17" y="336"/>
                          <a:pt x="26" y="336"/>
                        </a:cubicBezTo>
                        <a:cubicBezTo>
                          <a:pt x="44" y="336"/>
                          <a:pt x="53" y="319"/>
                          <a:pt x="53" y="310"/>
                        </a:cubicBezTo>
                        <a:cubicBezTo>
                          <a:pt x="53" y="301"/>
                          <a:pt x="53" y="292"/>
                          <a:pt x="53" y="283"/>
                        </a:cubicBezTo>
                        <a:cubicBezTo>
                          <a:pt x="53" y="160"/>
                          <a:pt x="132" y="71"/>
                          <a:pt x="248" y="71"/>
                        </a:cubicBezTo>
                        <a:close/>
                        <a:moveTo>
                          <a:pt x="425" y="98"/>
                        </a:moveTo>
                        <a:lnTo>
                          <a:pt x="425" y="98"/>
                        </a:lnTo>
                        <a:cubicBezTo>
                          <a:pt x="416" y="115"/>
                          <a:pt x="416" y="133"/>
                          <a:pt x="407" y="151"/>
                        </a:cubicBezTo>
                        <a:cubicBezTo>
                          <a:pt x="433" y="186"/>
                          <a:pt x="442" y="239"/>
                          <a:pt x="442" y="283"/>
                        </a:cubicBezTo>
                        <a:cubicBezTo>
                          <a:pt x="442" y="292"/>
                          <a:pt x="442" y="301"/>
                          <a:pt x="442" y="310"/>
                        </a:cubicBezTo>
                        <a:cubicBezTo>
                          <a:pt x="442" y="319"/>
                          <a:pt x="451" y="336"/>
                          <a:pt x="469" y="336"/>
                        </a:cubicBezTo>
                        <a:lnTo>
                          <a:pt x="469" y="336"/>
                        </a:lnTo>
                        <a:cubicBezTo>
                          <a:pt x="478" y="336"/>
                          <a:pt x="496" y="327"/>
                          <a:pt x="496" y="310"/>
                        </a:cubicBezTo>
                        <a:cubicBezTo>
                          <a:pt x="496" y="301"/>
                          <a:pt x="496" y="292"/>
                          <a:pt x="496" y="283"/>
                        </a:cubicBezTo>
                        <a:cubicBezTo>
                          <a:pt x="496" y="213"/>
                          <a:pt x="469" y="151"/>
                          <a:pt x="425" y="98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endParaRPr lang="en-US" dirty="0">
                      <a:cs typeface="+mn-ea"/>
                      <a:sym typeface="+mn-lt"/>
                    </a:endParaRPr>
                  </a:p>
                </p:txBody>
              </p:sp>
            </p:grpSp>
          </p:grpSp>
          <p:sp>
            <p:nvSpPr>
              <p:cNvPr id="38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1133" y="5035"/>
                <a:ext cx="2419" cy="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pPr lvl="0" algn="ctr">
                  <a:spcBef>
                    <a:spcPct val="20000"/>
                  </a:spcBef>
                </a:pPr>
                <a:r>
                  <a:rPr lang="zh-CN" altLang="en-US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在此输入标题</a:t>
                </a:r>
              </a:p>
            </p:txBody>
          </p:sp>
          <p:sp>
            <p:nvSpPr>
              <p:cNvPr id="36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969" y="5682"/>
                <a:ext cx="2747" cy="16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130000"/>
                  </a:lnSpc>
                </a:pPr>
                <a:r>
                  <a:rPr lang="en-US" sz="10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text here.</a:t>
                </a:r>
              </a:p>
              <a:p>
                <a:pPr algn="ctr">
                  <a:lnSpc>
                    <a:spcPct val="130000"/>
                  </a:lnSpc>
                </a:pPr>
                <a:r>
                  <a:rPr lang="en-US" sz="10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text here.</a:t>
                </a:r>
                <a:endParaRPr lang="en-US" altLang="en-US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en-US" sz="10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text here.</a:t>
                </a:r>
                <a:endParaRPr lang="en-US" altLang="en-US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en-US" sz="10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text here.</a:t>
                </a:r>
                <a:endParaRPr lang="en-US" altLang="en-US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en-US" sz="10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text here.</a:t>
                </a:r>
                <a:endParaRPr lang="en-US" altLang="en-US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32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4488" y="5035"/>
                <a:ext cx="2419" cy="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pPr lvl="0" algn="ctr">
                  <a:spcBef>
                    <a:spcPct val="20000"/>
                  </a:spcBef>
                </a:pPr>
                <a:r>
                  <a:rPr lang="zh-CN" altLang="en-US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在此输入标题</a:t>
                </a:r>
              </a:p>
            </p:txBody>
          </p:sp>
          <p:sp>
            <p:nvSpPr>
              <p:cNvPr id="37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4324" y="5682"/>
                <a:ext cx="2747" cy="16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defPPr>
                  <a:defRPr lang="zh-CN"/>
                </a:defPPr>
                <a:lvl1pPr algn="ctr" defTabSz="1216025">
                  <a:lnSpc>
                    <a:spcPct val="130000"/>
                  </a:lnSpc>
                  <a:defRPr sz="105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defRPr>
                </a:lvl1pPr>
                <a:lvl2pPr marL="742950" indent="-28575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dirty="0">
                    <a:sym typeface="+mn-ea"/>
                  </a:rPr>
                  <a:t>Enter the core text here.</a:t>
                </a: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</p:txBody>
          </p:sp>
          <p:sp>
            <p:nvSpPr>
              <p:cNvPr id="67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7823" y="5035"/>
                <a:ext cx="2419" cy="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pPr lvl="0" algn="ctr">
                  <a:spcBef>
                    <a:spcPct val="20000"/>
                  </a:spcBef>
                </a:pPr>
                <a:r>
                  <a:rPr lang="zh-CN" altLang="en-US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在此输入标题</a:t>
                </a:r>
              </a:p>
            </p:txBody>
          </p:sp>
          <p:sp>
            <p:nvSpPr>
              <p:cNvPr id="68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7659" y="5682"/>
                <a:ext cx="2747" cy="16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defPPr>
                  <a:defRPr lang="zh-CN"/>
                </a:defPPr>
                <a:lvl1pPr algn="ctr" defTabSz="1216025">
                  <a:lnSpc>
                    <a:spcPct val="130000"/>
                  </a:lnSpc>
                  <a:defRPr sz="105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defRPr>
                </a:lvl1pPr>
                <a:lvl2pPr marL="742950" indent="-28575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dirty="0">
                    <a:sym typeface="+mn-ea"/>
                  </a:rPr>
                  <a:t>Enter the core text here.</a:t>
                </a: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</p:txBody>
          </p:sp>
          <p:sp>
            <p:nvSpPr>
              <p:cNvPr id="69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11169" y="5035"/>
                <a:ext cx="2419" cy="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pPr lvl="0" algn="ctr">
                  <a:spcBef>
                    <a:spcPct val="20000"/>
                  </a:spcBef>
                </a:pPr>
                <a:r>
                  <a:rPr lang="zh-CN" altLang="en-US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在此输入标题</a:t>
                </a:r>
              </a:p>
            </p:txBody>
          </p:sp>
          <p:sp>
            <p:nvSpPr>
              <p:cNvPr id="70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11005" y="5682"/>
                <a:ext cx="2747" cy="16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defPPr>
                  <a:defRPr lang="zh-CN"/>
                </a:defPPr>
                <a:lvl1pPr algn="ctr" defTabSz="1216025">
                  <a:lnSpc>
                    <a:spcPct val="130000"/>
                  </a:lnSpc>
                  <a:defRPr sz="105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defRPr>
                </a:lvl1pPr>
                <a:lvl2pPr marL="742950" indent="-28575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dirty="0">
                    <a:sym typeface="+mn-ea"/>
                  </a:rPr>
                  <a:t>Enter the core text here.</a:t>
                </a: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</p:txBody>
          </p:sp>
          <p:sp>
            <p:nvSpPr>
              <p:cNvPr id="71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14440" y="5035"/>
                <a:ext cx="2419" cy="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1pPr>
                <a:lvl2pPr marL="742950" indent="-28575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 defTabSz="1216025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pPr lvl="0" algn="ctr">
                  <a:spcBef>
                    <a:spcPct val="20000"/>
                  </a:spcBef>
                </a:pPr>
                <a:r>
                  <a:rPr lang="zh-CN" altLang="en-US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在此输入标题</a:t>
                </a:r>
              </a:p>
            </p:txBody>
          </p:sp>
          <p:sp>
            <p:nvSpPr>
              <p:cNvPr id="72" name="TextBox 13@|17FFC:16777215|FBC:16777215|LFC:16777215|LBC:16777215"/>
              <p:cNvSpPr txBox="1">
                <a:spLocks noChangeArrowheads="1"/>
              </p:cNvSpPr>
              <p:nvPr/>
            </p:nvSpPr>
            <p:spPr bwMode="auto">
              <a:xfrm>
                <a:off x="14276" y="5682"/>
                <a:ext cx="2747" cy="16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defPPr>
                  <a:defRPr lang="zh-CN"/>
                </a:defPPr>
                <a:lvl1pPr algn="ctr" defTabSz="1216025">
                  <a:lnSpc>
                    <a:spcPct val="130000"/>
                  </a:lnSpc>
                  <a:defRPr sz="105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defRPr>
                </a:lvl1pPr>
                <a:lvl2pPr marL="742950" indent="-28575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 defTabSz="1216025"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defTabSz="1216025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dirty="0">
                    <a:sym typeface="+mn-ea"/>
                  </a:rPr>
                  <a:t>Enter the core text here.</a:t>
                </a: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  <a:p>
                <a:r>
                  <a:rPr lang="en-US" dirty="0">
                    <a:sym typeface="+mn-ea"/>
                  </a:rPr>
                  <a:t>Enter the core text here.</a:t>
                </a:r>
                <a:endParaRPr lang="en-US" altLang="en-US" dirty="0">
                  <a:sym typeface="+mn-ea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74" name="直角三角形 73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直角三角形 74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6" name="文本框 75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</a:p>
          </p:txBody>
        </p:sp>
      </p:grpSp>
    </p:spTree>
    <p:custDataLst>
      <p:tags r:id="rId1"/>
    </p:custData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/>
          <p:cNvGrpSpPr/>
          <p:nvPr/>
        </p:nvGrpSpPr>
        <p:grpSpPr>
          <a:xfrm>
            <a:off x="-227965" y="0"/>
            <a:ext cx="11022330" cy="5898515"/>
            <a:chOff x="-359" y="0"/>
            <a:chExt cx="17358" cy="9289"/>
          </a:xfrm>
        </p:grpSpPr>
        <p:grpSp>
          <p:nvGrpSpPr>
            <p:cNvPr id="46" name="组合 45"/>
            <p:cNvGrpSpPr/>
            <p:nvPr/>
          </p:nvGrpSpPr>
          <p:grpSpPr>
            <a:xfrm>
              <a:off x="2195" y="3100"/>
              <a:ext cx="14804" cy="6189"/>
              <a:chOff x="2195" y="3100"/>
              <a:chExt cx="14804" cy="6189"/>
            </a:xfrm>
          </p:grpSpPr>
          <p:grpSp>
            <p:nvGrpSpPr>
              <p:cNvPr id="35" name="组合 34"/>
              <p:cNvGrpSpPr/>
              <p:nvPr/>
            </p:nvGrpSpPr>
            <p:grpSpPr>
              <a:xfrm>
                <a:off x="6771" y="3100"/>
                <a:ext cx="5631" cy="5616"/>
                <a:chOff x="5857" y="2354"/>
                <a:chExt cx="6665" cy="6647"/>
              </a:xfrm>
            </p:grpSpPr>
            <p:sp>
              <p:nvSpPr>
                <p:cNvPr id="2" name="Freeform 5"/>
                <p:cNvSpPr/>
                <p:nvPr/>
              </p:nvSpPr>
              <p:spPr bwMode="auto">
                <a:xfrm>
                  <a:off x="11711" y="4746"/>
                  <a:ext cx="698" cy="1743"/>
                </a:xfrm>
                <a:custGeom>
                  <a:avLst/>
                  <a:gdLst/>
                  <a:ahLst/>
                  <a:cxnLst>
                    <a:cxn ang="0">
                      <a:pos x="0" y="346"/>
                    </a:cxn>
                    <a:cxn ang="0">
                      <a:pos x="73" y="563"/>
                    </a:cxn>
                    <a:cxn ang="0">
                      <a:pos x="224" y="391"/>
                    </a:cxn>
                    <a:cxn ang="0">
                      <a:pos x="149" y="376"/>
                    </a:cxn>
                    <a:cxn ang="0">
                      <a:pos x="108" y="0"/>
                    </a:cxn>
                    <a:cxn ang="0">
                      <a:pos x="35" y="24"/>
                    </a:cxn>
                    <a:cxn ang="0">
                      <a:pos x="73" y="361"/>
                    </a:cxn>
                    <a:cxn ang="0">
                      <a:pos x="0" y="346"/>
                    </a:cxn>
                  </a:cxnLst>
                  <a:rect l="0" t="0" r="r" b="b"/>
                  <a:pathLst>
                    <a:path w="224" h="563">
                      <a:moveTo>
                        <a:pt x="0" y="346"/>
                      </a:moveTo>
                      <a:cubicBezTo>
                        <a:pt x="73" y="563"/>
                        <a:pt x="73" y="563"/>
                        <a:pt x="73" y="563"/>
                      </a:cubicBezTo>
                      <a:cubicBezTo>
                        <a:pt x="224" y="391"/>
                        <a:pt x="224" y="391"/>
                        <a:pt x="224" y="391"/>
                      </a:cubicBezTo>
                      <a:cubicBezTo>
                        <a:pt x="149" y="376"/>
                        <a:pt x="149" y="376"/>
                        <a:pt x="149" y="376"/>
                      </a:cubicBezTo>
                      <a:cubicBezTo>
                        <a:pt x="160" y="250"/>
                        <a:pt x="146" y="121"/>
                        <a:pt x="108" y="0"/>
                      </a:cubicBezTo>
                      <a:cubicBezTo>
                        <a:pt x="35" y="24"/>
                        <a:pt x="35" y="24"/>
                        <a:pt x="35" y="24"/>
                      </a:cubicBezTo>
                      <a:cubicBezTo>
                        <a:pt x="69" y="132"/>
                        <a:pt x="82" y="247"/>
                        <a:pt x="73" y="361"/>
                      </a:cubicBezTo>
                      <a:lnTo>
                        <a:pt x="0" y="346"/>
                      </a:lnTo>
                      <a:close/>
                    </a:path>
                  </a:pathLst>
                </a:custGeom>
                <a:solidFill>
                  <a:schemeClr val="bg2">
                    <a:lumMod val="85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89855" tIns="44928" rIns="89855" bIns="44928" numCol="1" anchor="t" anchorCtr="0" compatLnSpc="1"/>
                <a:lstStyle/>
                <a:p>
                  <a:endParaRPr lang="en-US" sz="180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</a:endParaRPr>
                </a:p>
              </p:txBody>
            </p:sp>
            <p:sp>
              <p:nvSpPr>
                <p:cNvPr id="3" name="Freeform 6"/>
                <p:cNvSpPr/>
                <p:nvPr/>
              </p:nvSpPr>
              <p:spPr bwMode="auto">
                <a:xfrm>
                  <a:off x="8369" y="2466"/>
                  <a:ext cx="1754" cy="695"/>
                </a:xfrm>
                <a:custGeom>
                  <a:avLst/>
                  <a:gdLst/>
                  <a:ahLst/>
                  <a:cxnLst>
                    <a:cxn ang="0">
                      <a:pos x="361" y="151"/>
                    </a:cxn>
                    <a:cxn ang="0">
                      <a:pos x="346" y="224"/>
                    </a:cxn>
                    <a:cxn ang="0">
                      <a:pos x="563" y="151"/>
                    </a:cxn>
                    <a:cxn ang="0">
                      <a:pos x="391" y="0"/>
                    </a:cxn>
                    <a:cxn ang="0">
                      <a:pos x="376" y="75"/>
                    </a:cxn>
                    <a:cxn ang="0">
                      <a:pos x="0" y="116"/>
                    </a:cxn>
                    <a:cxn ang="0">
                      <a:pos x="23" y="189"/>
                    </a:cxn>
                    <a:cxn ang="0">
                      <a:pos x="361" y="151"/>
                    </a:cxn>
                  </a:cxnLst>
                  <a:rect l="0" t="0" r="r" b="b"/>
                  <a:pathLst>
                    <a:path w="563" h="224">
                      <a:moveTo>
                        <a:pt x="361" y="151"/>
                      </a:moveTo>
                      <a:cubicBezTo>
                        <a:pt x="346" y="224"/>
                        <a:pt x="346" y="224"/>
                        <a:pt x="346" y="224"/>
                      </a:cubicBezTo>
                      <a:cubicBezTo>
                        <a:pt x="563" y="151"/>
                        <a:pt x="563" y="151"/>
                        <a:pt x="563" y="151"/>
                      </a:cubicBezTo>
                      <a:cubicBezTo>
                        <a:pt x="391" y="0"/>
                        <a:pt x="391" y="0"/>
                        <a:pt x="391" y="0"/>
                      </a:cubicBezTo>
                      <a:cubicBezTo>
                        <a:pt x="376" y="75"/>
                        <a:pt x="376" y="75"/>
                        <a:pt x="376" y="75"/>
                      </a:cubicBezTo>
                      <a:cubicBezTo>
                        <a:pt x="250" y="64"/>
                        <a:pt x="121" y="78"/>
                        <a:pt x="0" y="116"/>
                      </a:cubicBezTo>
                      <a:cubicBezTo>
                        <a:pt x="23" y="189"/>
                        <a:pt x="23" y="189"/>
                        <a:pt x="23" y="189"/>
                      </a:cubicBezTo>
                      <a:cubicBezTo>
                        <a:pt x="131" y="155"/>
                        <a:pt x="247" y="142"/>
                        <a:pt x="361" y="151"/>
                      </a:cubicBezTo>
                      <a:close/>
                    </a:path>
                  </a:pathLst>
                </a:custGeom>
                <a:solidFill>
                  <a:schemeClr val="bg2">
                    <a:lumMod val="85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89855" tIns="44928" rIns="89855" bIns="44928" numCol="1" anchor="t" anchorCtr="0" compatLnSpc="1"/>
                <a:lstStyle/>
                <a:p>
                  <a:endParaRPr lang="en-US" sz="180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</a:endParaRPr>
                </a:p>
              </p:txBody>
            </p:sp>
            <p:sp>
              <p:nvSpPr>
                <p:cNvPr id="4" name="Freeform 7"/>
                <p:cNvSpPr/>
                <p:nvPr/>
              </p:nvSpPr>
              <p:spPr bwMode="auto">
                <a:xfrm>
                  <a:off x="5857" y="4746"/>
                  <a:ext cx="698" cy="1743"/>
                </a:xfrm>
                <a:custGeom>
                  <a:avLst/>
                  <a:gdLst/>
                  <a:ahLst/>
                  <a:cxnLst>
                    <a:cxn ang="0">
                      <a:pos x="116" y="563"/>
                    </a:cxn>
                    <a:cxn ang="0">
                      <a:pos x="189" y="540"/>
                    </a:cxn>
                    <a:cxn ang="0">
                      <a:pos x="151" y="202"/>
                    </a:cxn>
                    <a:cxn ang="0">
                      <a:pos x="224" y="217"/>
                    </a:cxn>
                    <a:cxn ang="0">
                      <a:pos x="151" y="0"/>
                    </a:cxn>
                    <a:cxn ang="0">
                      <a:pos x="0" y="172"/>
                    </a:cxn>
                    <a:cxn ang="0">
                      <a:pos x="75" y="187"/>
                    </a:cxn>
                    <a:cxn ang="0">
                      <a:pos x="116" y="563"/>
                    </a:cxn>
                  </a:cxnLst>
                  <a:rect l="0" t="0" r="r" b="b"/>
                  <a:pathLst>
                    <a:path w="224" h="563">
                      <a:moveTo>
                        <a:pt x="116" y="563"/>
                      </a:moveTo>
                      <a:cubicBezTo>
                        <a:pt x="189" y="540"/>
                        <a:pt x="189" y="540"/>
                        <a:pt x="189" y="540"/>
                      </a:cubicBezTo>
                      <a:cubicBezTo>
                        <a:pt x="155" y="432"/>
                        <a:pt x="142" y="316"/>
                        <a:pt x="151" y="202"/>
                      </a:cubicBezTo>
                      <a:cubicBezTo>
                        <a:pt x="224" y="217"/>
                        <a:pt x="224" y="217"/>
                        <a:pt x="224" y="217"/>
                      </a:cubicBezTo>
                      <a:cubicBezTo>
                        <a:pt x="151" y="0"/>
                        <a:pt x="151" y="0"/>
                        <a:pt x="151" y="0"/>
                      </a:cubicBezTo>
                      <a:cubicBezTo>
                        <a:pt x="0" y="172"/>
                        <a:pt x="0" y="172"/>
                        <a:pt x="0" y="172"/>
                      </a:cubicBezTo>
                      <a:cubicBezTo>
                        <a:pt x="75" y="187"/>
                        <a:pt x="75" y="187"/>
                        <a:pt x="75" y="187"/>
                      </a:cubicBezTo>
                      <a:cubicBezTo>
                        <a:pt x="64" y="313"/>
                        <a:pt x="78" y="442"/>
                        <a:pt x="116" y="563"/>
                      </a:cubicBezTo>
                      <a:close/>
                    </a:path>
                  </a:pathLst>
                </a:custGeom>
                <a:solidFill>
                  <a:schemeClr val="bg2">
                    <a:lumMod val="85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89855" tIns="44928" rIns="89855" bIns="44928" numCol="1" anchor="t" anchorCtr="0" compatLnSpc="1"/>
                <a:lstStyle/>
                <a:p>
                  <a:endParaRPr lang="en-US" sz="180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</a:endParaRPr>
                </a:p>
              </p:txBody>
            </p:sp>
            <p:sp>
              <p:nvSpPr>
                <p:cNvPr id="5" name="Freeform 8"/>
                <p:cNvSpPr/>
                <p:nvPr/>
              </p:nvSpPr>
              <p:spPr bwMode="auto">
                <a:xfrm>
                  <a:off x="8369" y="8295"/>
                  <a:ext cx="1754" cy="695"/>
                </a:xfrm>
                <a:custGeom>
                  <a:avLst/>
                  <a:gdLst/>
                  <a:ahLst/>
                  <a:cxnLst>
                    <a:cxn ang="0">
                      <a:pos x="202" y="73"/>
                    </a:cxn>
                    <a:cxn ang="0">
                      <a:pos x="217" y="0"/>
                    </a:cxn>
                    <a:cxn ang="0">
                      <a:pos x="0" y="73"/>
                    </a:cxn>
                    <a:cxn ang="0">
                      <a:pos x="172" y="224"/>
                    </a:cxn>
                    <a:cxn ang="0">
                      <a:pos x="187" y="149"/>
                    </a:cxn>
                    <a:cxn ang="0">
                      <a:pos x="273" y="153"/>
                    </a:cxn>
                    <a:cxn ang="0">
                      <a:pos x="563" y="108"/>
                    </a:cxn>
                    <a:cxn ang="0">
                      <a:pos x="540" y="35"/>
                    </a:cxn>
                    <a:cxn ang="0">
                      <a:pos x="202" y="73"/>
                    </a:cxn>
                  </a:cxnLst>
                  <a:rect l="0" t="0" r="r" b="b"/>
                  <a:pathLst>
                    <a:path w="563" h="224">
                      <a:moveTo>
                        <a:pt x="202" y="73"/>
                      </a:moveTo>
                      <a:cubicBezTo>
                        <a:pt x="217" y="0"/>
                        <a:pt x="217" y="0"/>
                        <a:pt x="217" y="0"/>
                      </a:cubicBezTo>
                      <a:cubicBezTo>
                        <a:pt x="0" y="73"/>
                        <a:pt x="0" y="73"/>
                        <a:pt x="0" y="73"/>
                      </a:cubicBezTo>
                      <a:cubicBezTo>
                        <a:pt x="172" y="224"/>
                        <a:pt x="172" y="224"/>
                        <a:pt x="172" y="224"/>
                      </a:cubicBezTo>
                      <a:cubicBezTo>
                        <a:pt x="187" y="149"/>
                        <a:pt x="187" y="149"/>
                        <a:pt x="187" y="149"/>
                      </a:cubicBezTo>
                      <a:cubicBezTo>
                        <a:pt x="216" y="151"/>
                        <a:pt x="244" y="153"/>
                        <a:pt x="273" y="153"/>
                      </a:cubicBezTo>
                      <a:cubicBezTo>
                        <a:pt x="371" y="153"/>
                        <a:pt x="470" y="138"/>
                        <a:pt x="563" y="108"/>
                      </a:cubicBezTo>
                      <a:cubicBezTo>
                        <a:pt x="540" y="35"/>
                        <a:pt x="540" y="35"/>
                        <a:pt x="540" y="35"/>
                      </a:cubicBezTo>
                      <a:cubicBezTo>
                        <a:pt x="431" y="69"/>
                        <a:pt x="316" y="82"/>
                        <a:pt x="202" y="73"/>
                      </a:cubicBezTo>
                      <a:close/>
                    </a:path>
                  </a:pathLst>
                </a:custGeom>
                <a:solidFill>
                  <a:schemeClr val="bg2">
                    <a:lumMod val="85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89855" tIns="44928" rIns="89855" bIns="44928" numCol="1" anchor="t" anchorCtr="0" compatLnSpc="1"/>
                <a:lstStyle/>
                <a:p>
                  <a:endParaRPr lang="en-US" sz="180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</a:endParaRPr>
                </a:p>
              </p:txBody>
            </p:sp>
            <p:grpSp>
              <p:nvGrpSpPr>
                <p:cNvPr id="6" name="Group 22"/>
                <p:cNvGrpSpPr/>
                <p:nvPr/>
              </p:nvGrpSpPr>
              <p:grpSpPr>
                <a:xfrm>
                  <a:off x="5941" y="2354"/>
                  <a:ext cx="2867" cy="2946"/>
                  <a:chOff x="2803525" y="1157288"/>
                  <a:chExt cx="1565275" cy="1615284"/>
                </a:xfrm>
              </p:grpSpPr>
              <p:sp>
                <p:nvSpPr>
                  <p:cNvPr id="7" name="Freeform 9"/>
                  <p:cNvSpPr/>
                  <p:nvPr/>
                </p:nvSpPr>
                <p:spPr bwMode="auto">
                  <a:xfrm>
                    <a:off x="2803525" y="1207297"/>
                    <a:ext cx="1565275" cy="1565275"/>
                  </a:xfrm>
                  <a:custGeom>
                    <a:avLst/>
                    <a:gdLst/>
                    <a:ahLst/>
                    <a:cxnLst>
                      <a:cxn ang="0">
                        <a:pos x="432" y="906"/>
                      </a:cxn>
                      <a:cxn ang="0">
                        <a:pos x="490" y="906"/>
                      </a:cxn>
                      <a:cxn ang="0">
                        <a:pos x="906" y="490"/>
                      </a:cxn>
                      <a:cxn ang="0">
                        <a:pos x="906" y="432"/>
                      </a:cxn>
                      <a:cxn ang="0">
                        <a:pos x="490" y="16"/>
                      </a:cxn>
                      <a:cxn ang="0">
                        <a:pos x="432" y="16"/>
                      </a:cxn>
                      <a:cxn ang="0">
                        <a:pos x="16" y="432"/>
                      </a:cxn>
                      <a:cxn ang="0">
                        <a:pos x="16" y="490"/>
                      </a:cxn>
                      <a:cxn ang="0">
                        <a:pos x="432" y="906"/>
                      </a:cxn>
                    </a:cxnLst>
                    <a:rect l="0" t="0" r="r" b="b"/>
                    <a:pathLst>
                      <a:path w="922" h="922">
                        <a:moveTo>
                          <a:pt x="432" y="906"/>
                        </a:moveTo>
                        <a:cubicBezTo>
                          <a:pt x="448" y="922"/>
                          <a:pt x="474" y="922"/>
                          <a:pt x="490" y="906"/>
                        </a:cubicBezTo>
                        <a:cubicBezTo>
                          <a:pt x="906" y="490"/>
                          <a:pt x="906" y="490"/>
                          <a:pt x="906" y="490"/>
                        </a:cubicBezTo>
                        <a:cubicBezTo>
                          <a:pt x="922" y="474"/>
                          <a:pt x="922" y="448"/>
                          <a:pt x="906" y="432"/>
                        </a:cubicBezTo>
                        <a:cubicBezTo>
                          <a:pt x="490" y="16"/>
                          <a:pt x="490" y="16"/>
                          <a:pt x="490" y="16"/>
                        </a:cubicBezTo>
                        <a:cubicBezTo>
                          <a:pt x="474" y="0"/>
                          <a:pt x="448" y="0"/>
                          <a:pt x="432" y="16"/>
                        </a:cubicBezTo>
                        <a:cubicBezTo>
                          <a:pt x="16" y="432"/>
                          <a:pt x="16" y="432"/>
                          <a:pt x="16" y="432"/>
                        </a:cubicBezTo>
                        <a:cubicBezTo>
                          <a:pt x="0" y="448"/>
                          <a:pt x="0" y="474"/>
                          <a:pt x="16" y="490"/>
                        </a:cubicBezTo>
                        <a:lnTo>
                          <a:pt x="432" y="906"/>
                        </a:lnTo>
                        <a:close/>
                      </a:path>
                    </a:pathLst>
                  </a:custGeom>
                  <a:solidFill>
                    <a:schemeClr val="bg2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8" name="Freeform 9"/>
                  <p:cNvSpPr/>
                  <p:nvPr/>
                </p:nvSpPr>
                <p:spPr bwMode="auto">
                  <a:xfrm>
                    <a:off x="2803525" y="1157288"/>
                    <a:ext cx="1565275" cy="1565275"/>
                  </a:xfrm>
                  <a:custGeom>
                    <a:avLst/>
                    <a:gdLst/>
                    <a:ahLst/>
                    <a:cxnLst>
                      <a:cxn ang="0">
                        <a:pos x="432" y="906"/>
                      </a:cxn>
                      <a:cxn ang="0">
                        <a:pos x="490" y="906"/>
                      </a:cxn>
                      <a:cxn ang="0">
                        <a:pos x="906" y="490"/>
                      </a:cxn>
                      <a:cxn ang="0">
                        <a:pos x="906" y="432"/>
                      </a:cxn>
                      <a:cxn ang="0">
                        <a:pos x="490" y="16"/>
                      </a:cxn>
                      <a:cxn ang="0">
                        <a:pos x="432" y="16"/>
                      </a:cxn>
                      <a:cxn ang="0">
                        <a:pos x="16" y="432"/>
                      </a:cxn>
                      <a:cxn ang="0">
                        <a:pos x="16" y="490"/>
                      </a:cxn>
                      <a:cxn ang="0">
                        <a:pos x="432" y="906"/>
                      </a:cxn>
                    </a:cxnLst>
                    <a:rect l="0" t="0" r="r" b="b"/>
                    <a:pathLst>
                      <a:path w="922" h="922">
                        <a:moveTo>
                          <a:pt x="432" y="906"/>
                        </a:moveTo>
                        <a:cubicBezTo>
                          <a:pt x="448" y="922"/>
                          <a:pt x="474" y="922"/>
                          <a:pt x="490" y="906"/>
                        </a:cubicBezTo>
                        <a:cubicBezTo>
                          <a:pt x="906" y="490"/>
                          <a:pt x="906" y="490"/>
                          <a:pt x="906" y="490"/>
                        </a:cubicBezTo>
                        <a:cubicBezTo>
                          <a:pt x="922" y="474"/>
                          <a:pt x="922" y="448"/>
                          <a:pt x="906" y="432"/>
                        </a:cubicBezTo>
                        <a:cubicBezTo>
                          <a:pt x="490" y="16"/>
                          <a:pt x="490" y="16"/>
                          <a:pt x="490" y="16"/>
                        </a:cubicBezTo>
                        <a:cubicBezTo>
                          <a:pt x="474" y="0"/>
                          <a:pt x="448" y="0"/>
                          <a:pt x="432" y="16"/>
                        </a:cubicBezTo>
                        <a:cubicBezTo>
                          <a:pt x="16" y="432"/>
                          <a:pt x="16" y="432"/>
                          <a:pt x="16" y="432"/>
                        </a:cubicBezTo>
                        <a:cubicBezTo>
                          <a:pt x="0" y="448"/>
                          <a:pt x="0" y="474"/>
                          <a:pt x="16" y="490"/>
                        </a:cubicBezTo>
                        <a:lnTo>
                          <a:pt x="432" y="906"/>
                        </a:lnTo>
                        <a:close/>
                      </a:path>
                    </a:pathLst>
                  </a:custGeom>
                  <a:solidFill>
                    <a:srgbClr val="1C4F90"/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</p:grpSp>
            <p:grpSp>
              <p:nvGrpSpPr>
                <p:cNvPr id="9" name="Group 23"/>
                <p:cNvGrpSpPr/>
                <p:nvPr/>
              </p:nvGrpSpPr>
              <p:grpSpPr>
                <a:xfrm>
                  <a:off x="9655" y="2354"/>
                  <a:ext cx="2867" cy="2946"/>
                  <a:chOff x="4830763" y="1157288"/>
                  <a:chExt cx="1565275" cy="1615284"/>
                </a:xfrm>
              </p:grpSpPr>
              <p:sp>
                <p:nvSpPr>
                  <p:cNvPr id="10" name="Freeform 10"/>
                  <p:cNvSpPr/>
                  <p:nvPr/>
                </p:nvSpPr>
                <p:spPr bwMode="auto">
                  <a:xfrm>
                    <a:off x="4830763" y="1207297"/>
                    <a:ext cx="1565275" cy="1565275"/>
                  </a:xfrm>
                  <a:custGeom>
                    <a:avLst/>
                    <a:gdLst/>
                    <a:ahLst/>
                    <a:cxnLst>
                      <a:cxn ang="0">
                        <a:pos x="16" y="490"/>
                      </a:cxn>
                      <a:cxn ang="0">
                        <a:pos x="432" y="906"/>
                      </a:cxn>
                      <a:cxn ang="0">
                        <a:pos x="490" y="906"/>
                      </a:cxn>
                      <a:cxn ang="0">
                        <a:pos x="906" y="490"/>
                      </a:cxn>
                      <a:cxn ang="0">
                        <a:pos x="906" y="432"/>
                      </a:cxn>
                      <a:cxn ang="0">
                        <a:pos x="490" y="16"/>
                      </a:cxn>
                      <a:cxn ang="0">
                        <a:pos x="432" y="16"/>
                      </a:cxn>
                      <a:cxn ang="0">
                        <a:pos x="16" y="432"/>
                      </a:cxn>
                      <a:cxn ang="0">
                        <a:pos x="16" y="490"/>
                      </a:cxn>
                    </a:cxnLst>
                    <a:rect l="0" t="0" r="r" b="b"/>
                    <a:pathLst>
                      <a:path w="922" h="922">
                        <a:moveTo>
                          <a:pt x="16" y="490"/>
                        </a:moveTo>
                        <a:cubicBezTo>
                          <a:pt x="432" y="906"/>
                          <a:pt x="432" y="906"/>
                          <a:pt x="432" y="906"/>
                        </a:cubicBezTo>
                        <a:cubicBezTo>
                          <a:pt x="448" y="922"/>
                          <a:pt x="474" y="922"/>
                          <a:pt x="490" y="906"/>
                        </a:cubicBezTo>
                        <a:cubicBezTo>
                          <a:pt x="906" y="490"/>
                          <a:pt x="906" y="490"/>
                          <a:pt x="906" y="490"/>
                        </a:cubicBezTo>
                        <a:cubicBezTo>
                          <a:pt x="922" y="474"/>
                          <a:pt x="922" y="448"/>
                          <a:pt x="906" y="432"/>
                        </a:cubicBezTo>
                        <a:cubicBezTo>
                          <a:pt x="490" y="16"/>
                          <a:pt x="490" y="16"/>
                          <a:pt x="490" y="16"/>
                        </a:cubicBezTo>
                        <a:cubicBezTo>
                          <a:pt x="474" y="0"/>
                          <a:pt x="448" y="0"/>
                          <a:pt x="432" y="16"/>
                        </a:cubicBezTo>
                        <a:cubicBezTo>
                          <a:pt x="16" y="432"/>
                          <a:pt x="16" y="432"/>
                          <a:pt x="16" y="432"/>
                        </a:cubicBezTo>
                        <a:cubicBezTo>
                          <a:pt x="0" y="448"/>
                          <a:pt x="0" y="474"/>
                          <a:pt x="16" y="490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1" name="Freeform 10"/>
                  <p:cNvSpPr/>
                  <p:nvPr/>
                </p:nvSpPr>
                <p:spPr bwMode="auto">
                  <a:xfrm>
                    <a:off x="4830763" y="1157288"/>
                    <a:ext cx="1565275" cy="1565275"/>
                  </a:xfrm>
                  <a:custGeom>
                    <a:avLst/>
                    <a:gdLst/>
                    <a:ahLst/>
                    <a:cxnLst>
                      <a:cxn ang="0">
                        <a:pos x="16" y="490"/>
                      </a:cxn>
                      <a:cxn ang="0">
                        <a:pos x="432" y="906"/>
                      </a:cxn>
                      <a:cxn ang="0">
                        <a:pos x="490" y="906"/>
                      </a:cxn>
                      <a:cxn ang="0">
                        <a:pos x="906" y="490"/>
                      </a:cxn>
                      <a:cxn ang="0">
                        <a:pos x="906" y="432"/>
                      </a:cxn>
                      <a:cxn ang="0">
                        <a:pos x="490" y="16"/>
                      </a:cxn>
                      <a:cxn ang="0">
                        <a:pos x="432" y="16"/>
                      </a:cxn>
                      <a:cxn ang="0">
                        <a:pos x="16" y="432"/>
                      </a:cxn>
                      <a:cxn ang="0">
                        <a:pos x="16" y="490"/>
                      </a:cxn>
                    </a:cxnLst>
                    <a:rect l="0" t="0" r="r" b="b"/>
                    <a:pathLst>
                      <a:path w="922" h="922">
                        <a:moveTo>
                          <a:pt x="16" y="490"/>
                        </a:moveTo>
                        <a:cubicBezTo>
                          <a:pt x="432" y="906"/>
                          <a:pt x="432" y="906"/>
                          <a:pt x="432" y="906"/>
                        </a:cubicBezTo>
                        <a:cubicBezTo>
                          <a:pt x="448" y="922"/>
                          <a:pt x="474" y="922"/>
                          <a:pt x="490" y="906"/>
                        </a:cubicBezTo>
                        <a:cubicBezTo>
                          <a:pt x="906" y="490"/>
                          <a:pt x="906" y="490"/>
                          <a:pt x="906" y="490"/>
                        </a:cubicBezTo>
                        <a:cubicBezTo>
                          <a:pt x="922" y="474"/>
                          <a:pt x="922" y="448"/>
                          <a:pt x="906" y="432"/>
                        </a:cubicBezTo>
                        <a:cubicBezTo>
                          <a:pt x="490" y="16"/>
                          <a:pt x="490" y="16"/>
                          <a:pt x="490" y="16"/>
                        </a:cubicBezTo>
                        <a:cubicBezTo>
                          <a:pt x="474" y="0"/>
                          <a:pt x="448" y="0"/>
                          <a:pt x="432" y="16"/>
                        </a:cubicBezTo>
                        <a:cubicBezTo>
                          <a:pt x="16" y="432"/>
                          <a:pt x="16" y="432"/>
                          <a:pt x="16" y="432"/>
                        </a:cubicBezTo>
                        <a:cubicBezTo>
                          <a:pt x="0" y="448"/>
                          <a:pt x="0" y="474"/>
                          <a:pt x="16" y="490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</p:grpSp>
            <p:grpSp>
              <p:nvGrpSpPr>
                <p:cNvPr id="12" name="Group 24"/>
                <p:cNvGrpSpPr/>
                <p:nvPr/>
              </p:nvGrpSpPr>
              <p:grpSpPr>
                <a:xfrm>
                  <a:off x="9655" y="6051"/>
                  <a:ext cx="2867" cy="2950"/>
                  <a:chOff x="4830763" y="3184525"/>
                  <a:chExt cx="1565275" cy="1617345"/>
                </a:xfrm>
              </p:grpSpPr>
              <p:sp>
                <p:nvSpPr>
                  <p:cNvPr id="13" name="Freeform 10"/>
                  <p:cNvSpPr/>
                  <p:nvPr/>
                </p:nvSpPr>
                <p:spPr bwMode="auto">
                  <a:xfrm>
                    <a:off x="4830763" y="3236595"/>
                    <a:ext cx="1565275" cy="1565275"/>
                  </a:xfrm>
                  <a:custGeom>
                    <a:avLst/>
                    <a:gdLst/>
                    <a:ahLst/>
                    <a:cxnLst>
                      <a:cxn ang="0">
                        <a:pos x="16" y="490"/>
                      </a:cxn>
                      <a:cxn ang="0">
                        <a:pos x="432" y="906"/>
                      </a:cxn>
                      <a:cxn ang="0">
                        <a:pos x="490" y="906"/>
                      </a:cxn>
                      <a:cxn ang="0">
                        <a:pos x="906" y="490"/>
                      </a:cxn>
                      <a:cxn ang="0">
                        <a:pos x="906" y="432"/>
                      </a:cxn>
                      <a:cxn ang="0">
                        <a:pos x="490" y="16"/>
                      </a:cxn>
                      <a:cxn ang="0">
                        <a:pos x="432" y="16"/>
                      </a:cxn>
                      <a:cxn ang="0">
                        <a:pos x="16" y="432"/>
                      </a:cxn>
                      <a:cxn ang="0">
                        <a:pos x="16" y="490"/>
                      </a:cxn>
                    </a:cxnLst>
                    <a:rect l="0" t="0" r="r" b="b"/>
                    <a:pathLst>
                      <a:path w="922" h="922">
                        <a:moveTo>
                          <a:pt x="16" y="490"/>
                        </a:moveTo>
                        <a:cubicBezTo>
                          <a:pt x="432" y="906"/>
                          <a:pt x="432" y="906"/>
                          <a:pt x="432" y="906"/>
                        </a:cubicBezTo>
                        <a:cubicBezTo>
                          <a:pt x="448" y="922"/>
                          <a:pt x="474" y="922"/>
                          <a:pt x="490" y="906"/>
                        </a:cubicBezTo>
                        <a:cubicBezTo>
                          <a:pt x="906" y="490"/>
                          <a:pt x="906" y="490"/>
                          <a:pt x="906" y="490"/>
                        </a:cubicBezTo>
                        <a:cubicBezTo>
                          <a:pt x="922" y="474"/>
                          <a:pt x="922" y="448"/>
                          <a:pt x="906" y="432"/>
                        </a:cubicBezTo>
                        <a:cubicBezTo>
                          <a:pt x="490" y="16"/>
                          <a:pt x="490" y="16"/>
                          <a:pt x="490" y="16"/>
                        </a:cubicBezTo>
                        <a:cubicBezTo>
                          <a:pt x="474" y="0"/>
                          <a:pt x="448" y="0"/>
                          <a:pt x="432" y="16"/>
                        </a:cubicBezTo>
                        <a:cubicBezTo>
                          <a:pt x="16" y="432"/>
                          <a:pt x="16" y="432"/>
                          <a:pt x="16" y="432"/>
                        </a:cubicBezTo>
                        <a:cubicBezTo>
                          <a:pt x="0" y="448"/>
                          <a:pt x="0" y="474"/>
                          <a:pt x="16" y="490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4" name="Freeform 11"/>
                  <p:cNvSpPr/>
                  <p:nvPr/>
                </p:nvSpPr>
                <p:spPr bwMode="auto">
                  <a:xfrm>
                    <a:off x="4830763" y="3184525"/>
                    <a:ext cx="1565275" cy="1565275"/>
                  </a:xfrm>
                  <a:custGeom>
                    <a:avLst/>
                    <a:gdLst/>
                    <a:ahLst/>
                    <a:cxnLst>
                      <a:cxn ang="0">
                        <a:pos x="490" y="16"/>
                      </a:cxn>
                      <a:cxn ang="0">
                        <a:pos x="432" y="16"/>
                      </a:cxn>
                      <a:cxn ang="0">
                        <a:pos x="16" y="432"/>
                      </a:cxn>
                      <a:cxn ang="0">
                        <a:pos x="16" y="490"/>
                      </a:cxn>
                      <a:cxn ang="0">
                        <a:pos x="432" y="906"/>
                      </a:cxn>
                      <a:cxn ang="0">
                        <a:pos x="490" y="906"/>
                      </a:cxn>
                      <a:cxn ang="0">
                        <a:pos x="906" y="490"/>
                      </a:cxn>
                      <a:cxn ang="0">
                        <a:pos x="906" y="432"/>
                      </a:cxn>
                      <a:cxn ang="0">
                        <a:pos x="490" y="16"/>
                      </a:cxn>
                    </a:cxnLst>
                    <a:rect l="0" t="0" r="r" b="b"/>
                    <a:pathLst>
                      <a:path w="922" h="922">
                        <a:moveTo>
                          <a:pt x="490" y="16"/>
                        </a:moveTo>
                        <a:cubicBezTo>
                          <a:pt x="474" y="0"/>
                          <a:pt x="448" y="0"/>
                          <a:pt x="432" y="16"/>
                        </a:cubicBezTo>
                        <a:cubicBezTo>
                          <a:pt x="16" y="432"/>
                          <a:pt x="16" y="432"/>
                          <a:pt x="16" y="432"/>
                        </a:cubicBezTo>
                        <a:cubicBezTo>
                          <a:pt x="0" y="448"/>
                          <a:pt x="0" y="474"/>
                          <a:pt x="16" y="490"/>
                        </a:cubicBezTo>
                        <a:cubicBezTo>
                          <a:pt x="432" y="906"/>
                          <a:pt x="432" y="906"/>
                          <a:pt x="432" y="906"/>
                        </a:cubicBezTo>
                        <a:cubicBezTo>
                          <a:pt x="448" y="922"/>
                          <a:pt x="474" y="922"/>
                          <a:pt x="490" y="906"/>
                        </a:cubicBezTo>
                        <a:cubicBezTo>
                          <a:pt x="906" y="490"/>
                          <a:pt x="906" y="490"/>
                          <a:pt x="906" y="490"/>
                        </a:cubicBezTo>
                        <a:cubicBezTo>
                          <a:pt x="922" y="474"/>
                          <a:pt x="922" y="448"/>
                          <a:pt x="906" y="432"/>
                        </a:cubicBezTo>
                        <a:lnTo>
                          <a:pt x="490" y="16"/>
                        </a:lnTo>
                        <a:close/>
                      </a:path>
                    </a:pathLst>
                  </a:custGeom>
                  <a:solidFill>
                    <a:srgbClr val="1C4F90"/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</p:grpSp>
            <p:grpSp>
              <p:nvGrpSpPr>
                <p:cNvPr id="15" name="Group 25"/>
                <p:cNvGrpSpPr/>
                <p:nvPr/>
              </p:nvGrpSpPr>
              <p:grpSpPr>
                <a:xfrm>
                  <a:off x="5941" y="6051"/>
                  <a:ext cx="2867" cy="2950"/>
                  <a:chOff x="2803525" y="3184525"/>
                  <a:chExt cx="1565275" cy="1617345"/>
                </a:xfrm>
              </p:grpSpPr>
              <p:sp>
                <p:nvSpPr>
                  <p:cNvPr id="16" name="Freeform 9"/>
                  <p:cNvSpPr/>
                  <p:nvPr/>
                </p:nvSpPr>
                <p:spPr bwMode="auto">
                  <a:xfrm>
                    <a:off x="2803525" y="3236595"/>
                    <a:ext cx="1565275" cy="1565275"/>
                  </a:xfrm>
                  <a:custGeom>
                    <a:avLst/>
                    <a:gdLst/>
                    <a:ahLst/>
                    <a:cxnLst>
                      <a:cxn ang="0">
                        <a:pos x="432" y="906"/>
                      </a:cxn>
                      <a:cxn ang="0">
                        <a:pos x="490" y="906"/>
                      </a:cxn>
                      <a:cxn ang="0">
                        <a:pos x="906" y="490"/>
                      </a:cxn>
                      <a:cxn ang="0">
                        <a:pos x="906" y="432"/>
                      </a:cxn>
                      <a:cxn ang="0">
                        <a:pos x="490" y="16"/>
                      </a:cxn>
                      <a:cxn ang="0">
                        <a:pos x="432" y="16"/>
                      </a:cxn>
                      <a:cxn ang="0">
                        <a:pos x="16" y="432"/>
                      </a:cxn>
                      <a:cxn ang="0">
                        <a:pos x="16" y="490"/>
                      </a:cxn>
                      <a:cxn ang="0">
                        <a:pos x="432" y="906"/>
                      </a:cxn>
                    </a:cxnLst>
                    <a:rect l="0" t="0" r="r" b="b"/>
                    <a:pathLst>
                      <a:path w="922" h="922">
                        <a:moveTo>
                          <a:pt x="432" y="906"/>
                        </a:moveTo>
                        <a:cubicBezTo>
                          <a:pt x="448" y="922"/>
                          <a:pt x="474" y="922"/>
                          <a:pt x="490" y="906"/>
                        </a:cubicBezTo>
                        <a:cubicBezTo>
                          <a:pt x="906" y="490"/>
                          <a:pt x="906" y="490"/>
                          <a:pt x="906" y="490"/>
                        </a:cubicBezTo>
                        <a:cubicBezTo>
                          <a:pt x="922" y="474"/>
                          <a:pt x="922" y="448"/>
                          <a:pt x="906" y="432"/>
                        </a:cubicBezTo>
                        <a:cubicBezTo>
                          <a:pt x="490" y="16"/>
                          <a:pt x="490" y="16"/>
                          <a:pt x="490" y="16"/>
                        </a:cubicBezTo>
                        <a:cubicBezTo>
                          <a:pt x="474" y="0"/>
                          <a:pt x="448" y="0"/>
                          <a:pt x="432" y="16"/>
                        </a:cubicBezTo>
                        <a:cubicBezTo>
                          <a:pt x="16" y="432"/>
                          <a:pt x="16" y="432"/>
                          <a:pt x="16" y="432"/>
                        </a:cubicBezTo>
                        <a:cubicBezTo>
                          <a:pt x="0" y="448"/>
                          <a:pt x="0" y="474"/>
                          <a:pt x="16" y="490"/>
                        </a:cubicBezTo>
                        <a:lnTo>
                          <a:pt x="432" y="906"/>
                        </a:lnTo>
                        <a:close/>
                      </a:path>
                    </a:pathLst>
                  </a:custGeom>
                  <a:solidFill>
                    <a:schemeClr val="bg2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7" name="Freeform 12"/>
                  <p:cNvSpPr/>
                  <p:nvPr/>
                </p:nvSpPr>
                <p:spPr bwMode="auto">
                  <a:xfrm>
                    <a:off x="2803525" y="3184525"/>
                    <a:ext cx="1565275" cy="1565275"/>
                  </a:xfrm>
                  <a:custGeom>
                    <a:avLst/>
                    <a:gdLst/>
                    <a:ahLst/>
                    <a:cxnLst>
                      <a:cxn ang="0">
                        <a:pos x="906" y="432"/>
                      </a:cxn>
                      <a:cxn ang="0">
                        <a:pos x="490" y="16"/>
                      </a:cxn>
                      <a:cxn ang="0">
                        <a:pos x="432" y="16"/>
                      </a:cxn>
                      <a:cxn ang="0">
                        <a:pos x="16" y="432"/>
                      </a:cxn>
                      <a:cxn ang="0">
                        <a:pos x="16" y="490"/>
                      </a:cxn>
                      <a:cxn ang="0">
                        <a:pos x="432" y="906"/>
                      </a:cxn>
                      <a:cxn ang="0">
                        <a:pos x="490" y="906"/>
                      </a:cxn>
                      <a:cxn ang="0">
                        <a:pos x="906" y="490"/>
                      </a:cxn>
                      <a:cxn ang="0">
                        <a:pos x="906" y="432"/>
                      </a:cxn>
                    </a:cxnLst>
                    <a:rect l="0" t="0" r="r" b="b"/>
                    <a:pathLst>
                      <a:path w="922" h="922">
                        <a:moveTo>
                          <a:pt x="906" y="432"/>
                        </a:moveTo>
                        <a:cubicBezTo>
                          <a:pt x="490" y="16"/>
                          <a:pt x="490" y="16"/>
                          <a:pt x="490" y="16"/>
                        </a:cubicBezTo>
                        <a:cubicBezTo>
                          <a:pt x="474" y="0"/>
                          <a:pt x="448" y="0"/>
                          <a:pt x="432" y="16"/>
                        </a:cubicBezTo>
                        <a:cubicBezTo>
                          <a:pt x="16" y="432"/>
                          <a:pt x="16" y="432"/>
                          <a:pt x="16" y="432"/>
                        </a:cubicBezTo>
                        <a:cubicBezTo>
                          <a:pt x="0" y="448"/>
                          <a:pt x="0" y="474"/>
                          <a:pt x="16" y="490"/>
                        </a:cubicBezTo>
                        <a:cubicBezTo>
                          <a:pt x="432" y="906"/>
                          <a:pt x="432" y="906"/>
                          <a:pt x="432" y="906"/>
                        </a:cubicBezTo>
                        <a:cubicBezTo>
                          <a:pt x="448" y="922"/>
                          <a:pt x="474" y="922"/>
                          <a:pt x="490" y="906"/>
                        </a:cubicBezTo>
                        <a:cubicBezTo>
                          <a:pt x="906" y="490"/>
                          <a:pt x="906" y="490"/>
                          <a:pt x="906" y="490"/>
                        </a:cubicBezTo>
                        <a:cubicBezTo>
                          <a:pt x="922" y="474"/>
                          <a:pt x="922" y="448"/>
                          <a:pt x="906" y="432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85000"/>
                    </a:schemeClr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</p:grpSp>
            <p:grpSp>
              <p:nvGrpSpPr>
                <p:cNvPr id="18" name="Group 31"/>
                <p:cNvGrpSpPr/>
                <p:nvPr/>
              </p:nvGrpSpPr>
              <p:grpSpPr>
                <a:xfrm>
                  <a:off x="6582" y="3127"/>
                  <a:ext cx="1585" cy="1486"/>
                  <a:chOff x="3153515" y="1552574"/>
                  <a:chExt cx="865293" cy="814802"/>
                </a:xfrm>
              </p:grpSpPr>
              <p:sp>
                <p:nvSpPr>
                  <p:cNvPr id="19" name="Freeform 103"/>
                  <p:cNvSpPr>
                    <a:spLocks noEditPoints="1"/>
                  </p:cNvSpPr>
                  <p:nvPr/>
                </p:nvSpPr>
                <p:spPr bwMode="auto">
                  <a:xfrm>
                    <a:off x="3415725" y="1552574"/>
                    <a:ext cx="340875" cy="501949"/>
                  </a:xfrm>
                  <a:custGeom>
                    <a:avLst/>
                    <a:gdLst/>
                    <a:ahLst/>
                    <a:cxnLst>
                      <a:cxn ang="0">
                        <a:pos x="37" y="29"/>
                      </a:cxn>
                      <a:cxn ang="0">
                        <a:pos x="31" y="41"/>
                      </a:cxn>
                      <a:cxn ang="0">
                        <a:pos x="33" y="44"/>
                      </a:cxn>
                      <a:cxn ang="0">
                        <a:pos x="32" y="47"/>
                      </a:cxn>
                      <a:cxn ang="0">
                        <a:pos x="33" y="49"/>
                      </a:cxn>
                      <a:cxn ang="0">
                        <a:pos x="31" y="53"/>
                      </a:cxn>
                      <a:cxn ang="0">
                        <a:pos x="31" y="54"/>
                      </a:cxn>
                      <a:cxn ang="0">
                        <a:pos x="27" y="58"/>
                      </a:cxn>
                      <a:cxn ang="0">
                        <a:pos x="21" y="62"/>
                      </a:cxn>
                      <a:cxn ang="0">
                        <a:pos x="15" y="58"/>
                      </a:cxn>
                      <a:cxn ang="0">
                        <a:pos x="11" y="54"/>
                      </a:cxn>
                      <a:cxn ang="0">
                        <a:pos x="11" y="53"/>
                      </a:cxn>
                      <a:cxn ang="0">
                        <a:pos x="9" y="49"/>
                      </a:cxn>
                      <a:cxn ang="0">
                        <a:pos x="10" y="47"/>
                      </a:cxn>
                      <a:cxn ang="0">
                        <a:pos x="9" y="44"/>
                      </a:cxn>
                      <a:cxn ang="0">
                        <a:pos x="11" y="41"/>
                      </a:cxn>
                      <a:cxn ang="0">
                        <a:pos x="5" y="29"/>
                      </a:cxn>
                      <a:cxn ang="0">
                        <a:pos x="0" y="18"/>
                      </a:cxn>
                      <a:cxn ang="0">
                        <a:pos x="21" y="0"/>
                      </a:cxn>
                      <a:cxn ang="0">
                        <a:pos x="42" y="18"/>
                      </a:cxn>
                      <a:cxn ang="0">
                        <a:pos x="37" y="29"/>
                      </a:cxn>
                      <a:cxn ang="0">
                        <a:pos x="21" y="6"/>
                      </a:cxn>
                      <a:cxn ang="0">
                        <a:pos x="6" y="18"/>
                      </a:cxn>
                      <a:cxn ang="0">
                        <a:pos x="8" y="26"/>
                      </a:cxn>
                      <a:cxn ang="0">
                        <a:pos x="11" y="28"/>
                      </a:cxn>
                      <a:cxn ang="0">
                        <a:pos x="16" y="40"/>
                      </a:cxn>
                      <a:cxn ang="0">
                        <a:pos x="26" y="40"/>
                      </a:cxn>
                      <a:cxn ang="0">
                        <a:pos x="31" y="28"/>
                      </a:cxn>
                      <a:cxn ang="0">
                        <a:pos x="34" y="26"/>
                      </a:cxn>
                      <a:cxn ang="0">
                        <a:pos x="36" y="18"/>
                      </a:cxn>
                      <a:cxn ang="0">
                        <a:pos x="21" y="6"/>
                      </a:cxn>
                      <a:cxn ang="0">
                        <a:pos x="29" y="20"/>
                      </a:cxn>
                      <a:cxn ang="0">
                        <a:pos x="27" y="18"/>
                      </a:cxn>
                      <a:cxn ang="0">
                        <a:pos x="21" y="15"/>
                      </a:cxn>
                      <a:cxn ang="0">
                        <a:pos x="20" y="13"/>
                      </a:cxn>
                      <a:cxn ang="0">
                        <a:pos x="21" y="12"/>
                      </a:cxn>
                      <a:cxn ang="0">
                        <a:pos x="30" y="18"/>
                      </a:cxn>
                      <a:cxn ang="0">
                        <a:pos x="29" y="20"/>
                      </a:cxn>
                    </a:cxnLst>
                    <a:rect l="0" t="0" r="r" b="b"/>
                    <a:pathLst>
                      <a:path w="42" h="62">
                        <a:moveTo>
                          <a:pt x="37" y="29"/>
                        </a:moveTo>
                        <a:cubicBezTo>
                          <a:pt x="35" y="32"/>
                          <a:pt x="31" y="37"/>
                          <a:pt x="31" y="41"/>
                        </a:cubicBezTo>
                        <a:cubicBezTo>
                          <a:pt x="32" y="42"/>
                          <a:pt x="33" y="43"/>
                          <a:pt x="33" y="44"/>
                        </a:cubicBezTo>
                        <a:cubicBezTo>
                          <a:pt x="33" y="45"/>
                          <a:pt x="32" y="46"/>
                          <a:pt x="32" y="47"/>
                        </a:cubicBezTo>
                        <a:cubicBezTo>
                          <a:pt x="32" y="47"/>
                          <a:pt x="33" y="48"/>
                          <a:pt x="33" y="49"/>
                        </a:cubicBezTo>
                        <a:cubicBezTo>
                          <a:pt x="33" y="51"/>
                          <a:pt x="32" y="52"/>
                          <a:pt x="31" y="53"/>
                        </a:cubicBezTo>
                        <a:cubicBezTo>
                          <a:pt x="31" y="53"/>
                          <a:pt x="31" y="54"/>
                          <a:pt x="31" y="54"/>
                        </a:cubicBezTo>
                        <a:cubicBezTo>
                          <a:pt x="31" y="57"/>
                          <a:pt x="29" y="58"/>
                          <a:pt x="27" y="58"/>
                        </a:cubicBezTo>
                        <a:cubicBezTo>
                          <a:pt x="26" y="61"/>
                          <a:pt x="24" y="62"/>
                          <a:pt x="21" y="62"/>
                        </a:cubicBezTo>
                        <a:cubicBezTo>
                          <a:pt x="19" y="62"/>
                          <a:pt x="16" y="61"/>
                          <a:pt x="15" y="58"/>
                        </a:cubicBezTo>
                        <a:cubicBezTo>
                          <a:pt x="13" y="58"/>
                          <a:pt x="11" y="57"/>
                          <a:pt x="11" y="54"/>
                        </a:cubicBezTo>
                        <a:cubicBezTo>
                          <a:pt x="11" y="54"/>
                          <a:pt x="11" y="53"/>
                          <a:pt x="11" y="53"/>
                        </a:cubicBezTo>
                        <a:cubicBezTo>
                          <a:pt x="10" y="52"/>
                          <a:pt x="9" y="51"/>
                          <a:pt x="9" y="49"/>
                        </a:cubicBezTo>
                        <a:cubicBezTo>
                          <a:pt x="9" y="48"/>
                          <a:pt x="10" y="47"/>
                          <a:pt x="10" y="47"/>
                        </a:cubicBezTo>
                        <a:cubicBezTo>
                          <a:pt x="10" y="46"/>
                          <a:pt x="9" y="45"/>
                          <a:pt x="9" y="44"/>
                        </a:cubicBezTo>
                        <a:cubicBezTo>
                          <a:pt x="9" y="43"/>
                          <a:pt x="10" y="42"/>
                          <a:pt x="11" y="41"/>
                        </a:cubicBezTo>
                        <a:cubicBezTo>
                          <a:pt x="11" y="37"/>
                          <a:pt x="7" y="32"/>
                          <a:pt x="5" y="29"/>
                        </a:cubicBezTo>
                        <a:cubicBezTo>
                          <a:pt x="2" y="26"/>
                          <a:pt x="0" y="23"/>
                          <a:pt x="0" y="18"/>
                        </a:cubicBezTo>
                        <a:cubicBezTo>
                          <a:pt x="0" y="8"/>
                          <a:pt x="11" y="0"/>
                          <a:pt x="21" y="0"/>
                        </a:cubicBezTo>
                        <a:cubicBezTo>
                          <a:pt x="31" y="0"/>
                          <a:pt x="42" y="8"/>
                          <a:pt x="42" y="18"/>
                        </a:cubicBezTo>
                        <a:cubicBezTo>
                          <a:pt x="42" y="23"/>
                          <a:pt x="40" y="26"/>
                          <a:pt x="37" y="29"/>
                        </a:cubicBezTo>
                        <a:close/>
                        <a:moveTo>
                          <a:pt x="21" y="6"/>
                        </a:moveTo>
                        <a:cubicBezTo>
                          <a:pt x="14" y="6"/>
                          <a:pt x="6" y="10"/>
                          <a:pt x="6" y="18"/>
                        </a:cubicBezTo>
                        <a:cubicBezTo>
                          <a:pt x="6" y="21"/>
                          <a:pt x="7" y="24"/>
                          <a:pt x="8" y="26"/>
                        </a:cubicBezTo>
                        <a:cubicBezTo>
                          <a:pt x="9" y="27"/>
                          <a:pt x="10" y="27"/>
                          <a:pt x="11" y="28"/>
                        </a:cubicBezTo>
                        <a:cubicBezTo>
                          <a:pt x="14" y="32"/>
                          <a:pt x="16" y="36"/>
                          <a:pt x="16" y="40"/>
                        </a:cubicBezTo>
                        <a:cubicBezTo>
                          <a:pt x="26" y="40"/>
                          <a:pt x="26" y="40"/>
                          <a:pt x="26" y="40"/>
                        </a:cubicBezTo>
                        <a:cubicBezTo>
                          <a:pt x="26" y="36"/>
                          <a:pt x="28" y="32"/>
                          <a:pt x="31" y="28"/>
                        </a:cubicBezTo>
                        <a:cubicBezTo>
                          <a:pt x="32" y="27"/>
                          <a:pt x="33" y="27"/>
                          <a:pt x="34" y="26"/>
                        </a:cubicBezTo>
                        <a:cubicBezTo>
                          <a:pt x="35" y="24"/>
                          <a:pt x="36" y="21"/>
                          <a:pt x="36" y="18"/>
                        </a:cubicBezTo>
                        <a:cubicBezTo>
                          <a:pt x="36" y="10"/>
                          <a:pt x="28" y="6"/>
                          <a:pt x="21" y="6"/>
                        </a:cubicBezTo>
                        <a:close/>
                        <a:moveTo>
                          <a:pt x="29" y="20"/>
                        </a:moveTo>
                        <a:cubicBezTo>
                          <a:pt x="28" y="20"/>
                          <a:pt x="27" y="19"/>
                          <a:pt x="27" y="18"/>
                        </a:cubicBezTo>
                        <a:cubicBezTo>
                          <a:pt x="27" y="16"/>
                          <a:pt x="23" y="15"/>
                          <a:pt x="21" y="15"/>
                        </a:cubicBezTo>
                        <a:cubicBezTo>
                          <a:pt x="20" y="15"/>
                          <a:pt x="20" y="14"/>
                          <a:pt x="20" y="13"/>
                        </a:cubicBezTo>
                        <a:cubicBezTo>
                          <a:pt x="20" y="13"/>
                          <a:pt x="20" y="12"/>
                          <a:pt x="21" y="12"/>
                        </a:cubicBezTo>
                        <a:cubicBezTo>
                          <a:pt x="25" y="12"/>
                          <a:pt x="30" y="14"/>
                          <a:pt x="30" y="18"/>
                        </a:cubicBezTo>
                        <a:cubicBezTo>
                          <a:pt x="30" y="19"/>
                          <a:pt x="29" y="20"/>
                          <a:pt x="29" y="2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0" name="TextBox 26"/>
                  <p:cNvSpPr txBox="1"/>
                  <p:nvPr/>
                </p:nvSpPr>
                <p:spPr>
                  <a:xfrm>
                    <a:off x="3153515" y="2038350"/>
                    <a:ext cx="865293" cy="3290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500" b="1" dirty="0">
                        <a:solidFill>
                          <a:schemeClr val="bg1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Step01</a:t>
                    </a:r>
                  </a:p>
                </p:txBody>
              </p:sp>
            </p:grpSp>
            <p:grpSp>
              <p:nvGrpSpPr>
                <p:cNvPr id="21" name="Group 30"/>
                <p:cNvGrpSpPr/>
                <p:nvPr/>
              </p:nvGrpSpPr>
              <p:grpSpPr>
                <a:xfrm>
                  <a:off x="10295" y="3214"/>
                  <a:ext cx="1585" cy="1313"/>
                  <a:chOff x="5180753" y="1609725"/>
                  <a:chExt cx="865293" cy="719357"/>
                </a:xfrm>
              </p:grpSpPr>
              <p:sp>
                <p:nvSpPr>
                  <p:cNvPr id="22" name="Freeform 52"/>
                  <p:cNvSpPr>
                    <a:spLocks noChangeAspect="1" noEditPoints="1"/>
                  </p:cNvSpPr>
                  <p:nvPr/>
                </p:nvSpPr>
                <p:spPr bwMode="auto">
                  <a:xfrm>
                    <a:off x="5422390" y="1609725"/>
                    <a:ext cx="382020" cy="411002"/>
                  </a:xfrm>
                  <a:custGeom>
                    <a:avLst/>
                    <a:gdLst/>
                    <a:ahLst/>
                    <a:cxnLst>
                      <a:cxn ang="0">
                        <a:pos x="67" y="67"/>
                      </a:cxn>
                      <a:cxn ang="0">
                        <a:pos x="61" y="72"/>
                      </a:cxn>
                      <a:cxn ang="0">
                        <a:pos x="5" y="72"/>
                      </a:cxn>
                      <a:cxn ang="0">
                        <a:pos x="0" y="67"/>
                      </a:cxn>
                      <a:cxn ang="0">
                        <a:pos x="0" y="16"/>
                      </a:cxn>
                      <a:cxn ang="0">
                        <a:pos x="5" y="11"/>
                      </a:cxn>
                      <a:cxn ang="0">
                        <a:pos x="10" y="11"/>
                      </a:cxn>
                      <a:cxn ang="0">
                        <a:pos x="10" y="7"/>
                      </a:cxn>
                      <a:cxn ang="0">
                        <a:pos x="16" y="0"/>
                      </a:cxn>
                      <a:cxn ang="0">
                        <a:pos x="19" y="0"/>
                      </a:cxn>
                      <a:cxn ang="0">
                        <a:pos x="25" y="7"/>
                      </a:cxn>
                      <a:cxn ang="0">
                        <a:pos x="25" y="11"/>
                      </a:cxn>
                      <a:cxn ang="0">
                        <a:pos x="41" y="11"/>
                      </a:cxn>
                      <a:cxn ang="0">
                        <a:pos x="41" y="7"/>
                      </a:cxn>
                      <a:cxn ang="0">
                        <a:pos x="47" y="0"/>
                      </a:cxn>
                      <a:cxn ang="0">
                        <a:pos x="50" y="0"/>
                      </a:cxn>
                      <a:cxn ang="0">
                        <a:pos x="56" y="7"/>
                      </a:cxn>
                      <a:cxn ang="0">
                        <a:pos x="56" y="11"/>
                      </a:cxn>
                      <a:cxn ang="0">
                        <a:pos x="61" y="11"/>
                      </a:cxn>
                      <a:cxn ang="0">
                        <a:pos x="67" y="16"/>
                      </a:cxn>
                      <a:cxn ang="0">
                        <a:pos x="67" y="67"/>
                      </a:cxn>
                      <a:cxn ang="0">
                        <a:pos x="61" y="67"/>
                      </a:cxn>
                      <a:cxn ang="0">
                        <a:pos x="61" y="26"/>
                      </a:cxn>
                      <a:cxn ang="0">
                        <a:pos x="5" y="26"/>
                      </a:cxn>
                      <a:cxn ang="0">
                        <a:pos x="5" y="67"/>
                      </a:cxn>
                      <a:cxn ang="0">
                        <a:pos x="61" y="67"/>
                      </a:cxn>
                      <a:cxn ang="0">
                        <a:pos x="20" y="7"/>
                      </a:cxn>
                      <a:cxn ang="0">
                        <a:pos x="19" y="5"/>
                      </a:cxn>
                      <a:cxn ang="0">
                        <a:pos x="16" y="5"/>
                      </a:cxn>
                      <a:cxn ang="0">
                        <a:pos x="15" y="7"/>
                      </a:cxn>
                      <a:cxn ang="0">
                        <a:pos x="15" y="18"/>
                      </a:cxn>
                      <a:cxn ang="0">
                        <a:pos x="16" y="20"/>
                      </a:cxn>
                      <a:cxn ang="0">
                        <a:pos x="19" y="20"/>
                      </a:cxn>
                      <a:cxn ang="0">
                        <a:pos x="20" y="18"/>
                      </a:cxn>
                      <a:cxn ang="0">
                        <a:pos x="20" y="7"/>
                      </a:cxn>
                      <a:cxn ang="0">
                        <a:pos x="51" y="7"/>
                      </a:cxn>
                      <a:cxn ang="0">
                        <a:pos x="50" y="5"/>
                      </a:cxn>
                      <a:cxn ang="0">
                        <a:pos x="47" y="5"/>
                      </a:cxn>
                      <a:cxn ang="0">
                        <a:pos x="46" y="7"/>
                      </a:cxn>
                      <a:cxn ang="0">
                        <a:pos x="46" y="18"/>
                      </a:cxn>
                      <a:cxn ang="0">
                        <a:pos x="47" y="20"/>
                      </a:cxn>
                      <a:cxn ang="0">
                        <a:pos x="50" y="20"/>
                      </a:cxn>
                      <a:cxn ang="0">
                        <a:pos x="51" y="18"/>
                      </a:cxn>
                      <a:cxn ang="0">
                        <a:pos x="51" y="7"/>
                      </a:cxn>
                    </a:cxnLst>
                    <a:rect l="0" t="0" r="r" b="b"/>
                    <a:pathLst>
                      <a:path w="67" h="72">
                        <a:moveTo>
                          <a:pt x="67" y="67"/>
                        </a:moveTo>
                        <a:cubicBezTo>
                          <a:pt x="67" y="70"/>
                          <a:pt x="64" y="72"/>
                          <a:pt x="61" y="72"/>
                        </a:cubicBezTo>
                        <a:cubicBezTo>
                          <a:pt x="5" y="72"/>
                          <a:pt x="5" y="72"/>
                          <a:pt x="5" y="72"/>
                        </a:cubicBezTo>
                        <a:cubicBezTo>
                          <a:pt x="2" y="72"/>
                          <a:pt x="0" y="70"/>
                          <a:pt x="0" y="67"/>
                        </a:cubicBezTo>
                        <a:cubicBezTo>
                          <a:pt x="0" y="16"/>
                          <a:pt x="0" y="16"/>
                          <a:pt x="0" y="16"/>
                        </a:cubicBezTo>
                        <a:cubicBezTo>
                          <a:pt x="0" y="13"/>
                          <a:pt x="2" y="11"/>
                          <a:pt x="5" y="11"/>
                        </a:cubicBezTo>
                        <a:cubicBezTo>
                          <a:pt x="10" y="11"/>
                          <a:pt x="10" y="11"/>
                          <a:pt x="10" y="11"/>
                        </a:cubicBezTo>
                        <a:cubicBezTo>
                          <a:pt x="10" y="7"/>
                          <a:pt x="10" y="7"/>
                          <a:pt x="10" y="7"/>
                        </a:cubicBezTo>
                        <a:cubicBezTo>
                          <a:pt x="10" y="3"/>
                          <a:pt x="13" y="0"/>
                          <a:pt x="16" y="0"/>
                        </a:cubicBezTo>
                        <a:cubicBezTo>
                          <a:pt x="19" y="0"/>
                          <a:pt x="19" y="0"/>
                          <a:pt x="19" y="0"/>
                        </a:cubicBezTo>
                        <a:cubicBezTo>
                          <a:pt x="23" y="0"/>
                          <a:pt x="25" y="3"/>
                          <a:pt x="25" y="7"/>
                        </a:cubicBezTo>
                        <a:cubicBezTo>
                          <a:pt x="25" y="11"/>
                          <a:pt x="25" y="11"/>
                          <a:pt x="25" y="11"/>
                        </a:cubicBezTo>
                        <a:cubicBezTo>
                          <a:pt x="41" y="11"/>
                          <a:pt x="41" y="11"/>
                          <a:pt x="41" y="11"/>
                        </a:cubicBezTo>
                        <a:cubicBezTo>
                          <a:pt x="41" y="7"/>
                          <a:pt x="41" y="7"/>
                          <a:pt x="41" y="7"/>
                        </a:cubicBezTo>
                        <a:cubicBezTo>
                          <a:pt x="41" y="3"/>
                          <a:pt x="44" y="0"/>
                          <a:pt x="47" y="0"/>
                        </a:cubicBezTo>
                        <a:cubicBezTo>
                          <a:pt x="50" y="0"/>
                          <a:pt x="50" y="0"/>
                          <a:pt x="50" y="0"/>
                        </a:cubicBezTo>
                        <a:cubicBezTo>
                          <a:pt x="53" y="0"/>
                          <a:pt x="56" y="3"/>
                          <a:pt x="56" y="7"/>
                        </a:cubicBezTo>
                        <a:cubicBezTo>
                          <a:pt x="56" y="11"/>
                          <a:pt x="56" y="11"/>
                          <a:pt x="56" y="11"/>
                        </a:cubicBezTo>
                        <a:cubicBezTo>
                          <a:pt x="61" y="11"/>
                          <a:pt x="61" y="11"/>
                          <a:pt x="61" y="11"/>
                        </a:cubicBezTo>
                        <a:cubicBezTo>
                          <a:pt x="64" y="11"/>
                          <a:pt x="67" y="13"/>
                          <a:pt x="67" y="16"/>
                        </a:cubicBezTo>
                        <a:lnTo>
                          <a:pt x="67" y="67"/>
                        </a:lnTo>
                        <a:close/>
                        <a:moveTo>
                          <a:pt x="61" y="67"/>
                        </a:moveTo>
                        <a:cubicBezTo>
                          <a:pt x="61" y="26"/>
                          <a:pt x="61" y="26"/>
                          <a:pt x="61" y="26"/>
                        </a:cubicBezTo>
                        <a:cubicBezTo>
                          <a:pt x="5" y="26"/>
                          <a:pt x="5" y="26"/>
                          <a:pt x="5" y="26"/>
                        </a:cubicBezTo>
                        <a:cubicBezTo>
                          <a:pt x="5" y="67"/>
                          <a:pt x="5" y="67"/>
                          <a:pt x="5" y="67"/>
                        </a:cubicBezTo>
                        <a:lnTo>
                          <a:pt x="61" y="67"/>
                        </a:lnTo>
                        <a:close/>
                        <a:moveTo>
                          <a:pt x="20" y="7"/>
                        </a:moveTo>
                        <a:cubicBezTo>
                          <a:pt x="20" y="6"/>
                          <a:pt x="20" y="5"/>
                          <a:pt x="19" y="5"/>
                        </a:cubicBezTo>
                        <a:cubicBezTo>
                          <a:pt x="16" y="5"/>
                          <a:pt x="16" y="5"/>
                          <a:pt x="16" y="5"/>
                        </a:cubicBezTo>
                        <a:cubicBezTo>
                          <a:pt x="16" y="5"/>
                          <a:pt x="15" y="6"/>
                          <a:pt x="15" y="7"/>
                        </a:cubicBezTo>
                        <a:cubicBezTo>
                          <a:pt x="15" y="18"/>
                          <a:pt x="15" y="18"/>
                          <a:pt x="15" y="18"/>
                        </a:cubicBezTo>
                        <a:cubicBezTo>
                          <a:pt x="15" y="19"/>
                          <a:pt x="16" y="20"/>
                          <a:pt x="16" y="20"/>
                        </a:cubicBezTo>
                        <a:cubicBezTo>
                          <a:pt x="19" y="20"/>
                          <a:pt x="19" y="20"/>
                          <a:pt x="19" y="20"/>
                        </a:cubicBezTo>
                        <a:cubicBezTo>
                          <a:pt x="20" y="20"/>
                          <a:pt x="20" y="19"/>
                          <a:pt x="20" y="18"/>
                        </a:cubicBezTo>
                        <a:lnTo>
                          <a:pt x="20" y="7"/>
                        </a:lnTo>
                        <a:close/>
                        <a:moveTo>
                          <a:pt x="51" y="7"/>
                        </a:moveTo>
                        <a:cubicBezTo>
                          <a:pt x="51" y="6"/>
                          <a:pt x="51" y="5"/>
                          <a:pt x="50" y="5"/>
                        </a:cubicBezTo>
                        <a:cubicBezTo>
                          <a:pt x="47" y="5"/>
                          <a:pt x="47" y="5"/>
                          <a:pt x="47" y="5"/>
                        </a:cubicBezTo>
                        <a:cubicBezTo>
                          <a:pt x="47" y="5"/>
                          <a:pt x="46" y="6"/>
                          <a:pt x="46" y="7"/>
                        </a:cubicBezTo>
                        <a:cubicBezTo>
                          <a:pt x="46" y="18"/>
                          <a:pt x="46" y="18"/>
                          <a:pt x="46" y="18"/>
                        </a:cubicBezTo>
                        <a:cubicBezTo>
                          <a:pt x="46" y="19"/>
                          <a:pt x="47" y="20"/>
                          <a:pt x="47" y="20"/>
                        </a:cubicBezTo>
                        <a:cubicBezTo>
                          <a:pt x="50" y="20"/>
                          <a:pt x="50" y="20"/>
                          <a:pt x="50" y="20"/>
                        </a:cubicBezTo>
                        <a:cubicBezTo>
                          <a:pt x="51" y="20"/>
                          <a:pt x="51" y="19"/>
                          <a:pt x="51" y="18"/>
                        </a:cubicBezTo>
                        <a:lnTo>
                          <a:pt x="51" y="7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solidFill>
                        <a:schemeClr val="tx2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3" name="TextBox 27"/>
                  <p:cNvSpPr txBox="1"/>
                  <p:nvPr/>
                </p:nvSpPr>
                <p:spPr>
                  <a:xfrm>
                    <a:off x="5180753" y="2000250"/>
                    <a:ext cx="865293" cy="328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500" b="1" dirty="0">
                        <a:solidFill>
                          <a:schemeClr val="bg1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Step02</a:t>
                    </a:r>
                  </a:p>
                </p:txBody>
              </p:sp>
            </p:grpSp>
            <p:grpSp>
              <p:nvGrpSpPr>
                <p:cNvPr id="24" name="Group 33"/>
                <p:cNvGrpSpPr/>
                <p:nvPr/>
              </p:nvGrpSpPr>
              <p:grpSpPr>
                <a:xfrm>
                  <a:off x="10331" y="6939"/>
                  <a:ext cx="1585" cy="1295"/>
                  <a:chOff x="5180753" y="3714750"/>
                  <a:chExt cx="865293" cy="710001"/>
                </a:xfrm>
              </p:grpSpPr>
              <p:sp>
                <p:nvSpPr>
                  <p:cNvPr id="25" name="Freeform 70"/>
                  <p:cNvSpPr>
                    <a:spLocks noEditPoints="1"/>
                  </p:cNvSpPr>
                  <p:nvPr/>
                </p:nvSpPr>
                <p:spPr bwMode="auto">
                  <a:xfrm>
                    <a:off x="5405157" y="3714750"/>
                    <a:ext cx="416486" cy="390252"/>
                  </a:xfrm>
                  <a:custGeom>
                    <a:avLst/>
                    <a:gdLst/>
                    <a:ahLst/>
                    <a:cxnLst>
                      <a:cxn ang="0">
                        <a:pos x="59" y="51"/>
                      </a:cxn>
                      <a:cxn ang="0">
                        <a:pos x="56" y="55"/>
                      </a:cxn>
                      <a:cxn ang="0">
                        <a:pos x="3" y="55"/>
                      </a:cxn>
                      <a:cxn ang="0">
                        <a:pos x="0" y="51"/>
                      </a:cxn>
                      <a:cxn ang="0">
                        <a:pos x="0" y="40"/>
                      </a:cxn>
                      <a:cxn ang="0">
                        <a:pos x="3" y="37"/>
                      </a:cxn>
                      <a:cxn ang="0">
                        <a:pos x="20" y="37"/>
                      </a:cxn>
                      <a:cxn ang="0">
                        <a:pos x="25" y="41"/>
                      </a:cxn>
                      <a:cxn ang="0">
                        <a:pos x="29" y="43"/>
                      </a:cxn>
                      <a:cxn ang="0">
                        <a:pos x="34" y="41"/>
                      </a:cxn>
                      <a:cxn ang="0">
                        <a:pos x="39" y="37"/>
                      </a:cxn>
                      <a:cxn ang="0">
                        <a:pos x="56" y="37"/>
                      </a:cxn>
                      <a:cxn ang="0">
                        <a:pos x="59" y="40"/>
                      </a:cxn>
                      <a:cxn ang="0">
                        <a:pos x="59" y="51"/>
                      </a:cxn>
                      <a:cxn ang="0">
                        <a:pos x="47" y="22"/>
                      </a:cxn>
                      <a:cxn ang="0">
                        <a:pos x="31" y="38"/>
                      </a:cxn>
                      <a:cxn ang="0">
                        <a:pos x="29" y="39"/>
                      </a:cxn>
                      <a:cxn ang="0">
                        <a:pos x="28" y="38"/>
                      </a:cxn>
                      <a:cxn ang="0">
                        <a:pos x="12" y="22"/>
                      </a:cxn>
                      <a:cxn ang="0">
                        <a:pos x="11" y="20"/>
                      </a:cxn>
                      <a:cxn ang="0">
                        <a:pos x="13" y="18"/>
                      </a:cxn>
                      <a:cxn ang="0">
                        <a:pos x="23" y="18"/>
                      </a:cxn>
                      <a:cxn ang="0">
                        <a:pos x="23" y="2"/>
                      </a:cxn>
                      <a:cxn ang="0">
                        <a:pos x="25" y="0"/>
                      </a:cxn>
                      <a:cxn ang="0">
                        <a:pos x="34" y="0"/>
                      </a:cxn>
                      <a:cxn ang="0">
                        <a:pos x="36" y="2"/>
                      </a:cxn>
                      <a:cxn ang="0">
                        <a:pos x="36" y="18"/>
                      </a:cxn>
                      <a:cxn ang="0">
                        <a:pos x="45" y="18"/>
                      </a:cxn>
                      <a:cxn ang="0">
                        <a:pos x="48" y="20"/>
                      </a:cxn>
                      <a:cxn ang="0">
                        <a:pos x="47" y="22"/>
                      </a:cxn>
                      <a:cxn ang="0">
                        <a:pos x="43" y="46"/>
                      </a:cxn>
                      <a:cxn ang="0">
                        <a:pos x="41" y="48"/>
                      </a:cxn>
                      <a:cxn ang="0">
                        <a:pos x="43" y="50"/>
                      </a:cxn>
                      <a:cxn ang="0">
                        <a:pos x="45" y="48"/>
                      </a:cxn>
                      <a:cxn ang="0">
                        <a:pos x="43" y="46"/>
                      </a:cxn>
                      <a:cxn ang="0">
                        <a:pos x="52" y="46"/>
                      </a:cxn>
                      <a:cxn ang="0">
                        <a:pos x="50" y="48"/>
                      </a:cxn>
                      <a:cxn ang="0">
                        <a:pos x="52" y="50"/>
                      </a:cxn>
                      <a:cxn ang="0">
                        <a:pos x="55" y="48"/>
                      </a:cxn>
                      <a:cxn ang="0">
                        <a:pos x="52" y="46"/>
                      </a:cxn>
                    </a:cxnLst>
                    <a:rect l="0" t="0" r="r" b="b"/>
                    <a:pathLst>
                      <a:path w="59" h="55">
                        <a:moveTo>
                          <a:pt x="59" y="51"/>
                        </a:moveTo>
                        <a:cubicBezTo>
                          <a:pt x="59" y="53"/>
                          <a:pt x="58" y="55"/>
                          <a:pt x="56" y="55"/>
                        </a:cubicBezTo>
                        <a:cubicBezTo>
                          <a:pt x="3" y="55"/>
                          <a:pt x="3" y="55"/>
                          <a:pt x="3" y="55"/>
                        </a:cubicBezTo>
                        <a:cubicBezTo>
                          <a:pt x="1" y="55"/>
                          <a:pt x="0" y="53"/>
                          <a:pt x="0" y="51"/>
                        </a:cubicBezTo>
                        <a:cubicBezTo>
                          <a:pt x="0" y="40"/>
                          <a:pt x="0" y="40"/>
                          <a:pt x="0" y="40"/>
                        </a:cubicBezTo>
                        <a:cubicBezTo>
                          <a:pt x="0" y="38"/>
                          <a:pt x="1" y="37"/>
                          <a:pt x="3" y="37"/>
                        </a:cubicBezTo>
                        <a:cubicBezTo>
                          <a:pt x="20" y="37"/>
                          <a:pt x="20" y="37"/>
                          <a:pt x="20" y="37"/>
                        </a:cubicBezTo>
                        <a:cubicBezTo>
                          <a:pt x="25" y="41"/>
                          <a:pt x="25" y="41"/>
                          <a:pt x="25" y="41"/>
                        </a:cubicBezTo>
                        <a:cubicBezTo>
                          <a:pt x="26" y="43"/>
                          <a:pt x="28" y="43"/>
                          <a:pt x="29" y="43"/>
                        </a:cubicBezTo>
                        <a:cubicBezTo>
                          <a:pt x="31" y="43"/>
                          <a:pt x="33" y="43"/>
                          <a:pt x="34" y="41"/>
                        </a:cubicBezTo>
                        <a:cubicBezTo>
                          <a:pt x="39" y="37"/>
                          <a:pt x="39" y="37"/>
                          <a:pt x="39" y="37"/>
                        </a:cubicBezTo>
                        <a:cubicBezTo>
                          <a:pt x="56" y="37"/>
                          <a:pt x="56" y="37"/>
                          <a:pt x="56" y="37"/>
                        </a:cubicBezTo>
                        <a:cubicBezTo>
                          <a:pt x="58" y="37"/>
                          <a:pt x="59" y="38"/>
                          <a:pt x="59" y="40"/>
                        </a:cubicBezTo>
                        <a:lnTo>
                          <a:pt x="59" y="51"/>
                        </a:lnTo>
                        <a:close/>
                        <a:moveTo>
                          <a:pt x="47" y="22"/>
                        </a:moveTo>
                        <a:cubicBezTo>
                          <a:pt x="31" y="38"/>
                          <a:pt x="31" y="38"/>
                          <a:pt x="31" y="38"/>
                        </a:cubicBezTo>
                        <a:cubicBezTo>
                          <a:pt x="31" y="39"/>
                          <a:pt x="30" y="39"/>
                          <a:pt x="29" y="39"/>
                        </a:cubicBezTo>
                        <a:cubicBezTo>
                          <a:pt x="29" y="39"/>
                          <a:pt x="28" y="39"/>
                          <a:pt x="28" y="38"/>
                        </a:cubicBezTo>
                        <a:cubicBezTo>
                          <a:pt x="12" y="22"/>
                          <a:pt x="12" y="22"/>
                          <a:pt x="12" y="22"/>
                        </a:cubicBezTo>
                        <a:cubicBezTo>
                          <a:pt x="11" y="21"/>
                          <a:pt x="11" y="20"/>
                          <a:pt x="11" y="20"/>
                        </a:cubicBezTo>
                        <a:cubicBezTo>
                          <a:pt x="12" y="19"/>
                          <a:pt x="13" y="18"/>
                          <a:pt x="13" y="18"/>
                        </a:cubicBezTo>
                        <a:cubicBezTo>
                          <a:pt x="23" y="18"/>
                          <a:pt x="23" y="18"/>
                          <a:pt x="23" y="18"/>
                        </a:cubicBezTo>
                        <a:cubicBezTo>
                          <a:pt x="23" y="2"/>
                          <a:pt x="23" y="2"/>
                          <a:pt x="23" y="2"/>
                        </a:cubicBezTo>
                        <a:cubicBezTo>
                          <a:pt x="23" y="1"/>
                          <a:pt x="24" y="0"/>
                          <a:pt x="25" y="0"/>
                        </a:cubicBezTo>
                        <a:cubicBezTo>
                          <a:pt x="34" y="0"/>
                          <a:pt x="34" y="0"/>
                          <a:pt x="34" y="0"/>
                        </a:cubicBezTo>
                        <a:cubicBezTo>
                          <a:pt x="35" y="0"/>
                          <a:pt x="36" y="1"/>
                          <a:pt x="36" y="2"/>
                        </a:cubicBezTo>
                        <a:cubicBezTo>
                          <a:pt x="36" y="18"/>
                          <a:pt x="36" y="18"/>
                          <a:pt x="36" y="18"/>
                        </a:cubicBezTo>
                        <a:cubicBezTo>
                          <a:pt x="45" y="18"/>
                          <a:pt x="45" y="18"/>
                          <a:pt x="45" y="18"/>
                        </a:cubicBezTo>
                        <a:cubicBezTo>
                          <a:pt x="46" y="18"/>
                          <a:pt x="47" y="19"/>
                          <a:pt x="48" y="20"/>
                        </a:cubicBezTo>
                        <a:cubicBezTo>
                          <a:pt x="48" y="20"/>
                          <a:pt x="48" y="21"/>
                          <a:pt x="47" y="22"/>
                        </a:cubicBezTo>
                        <a:close/>
                        <a:moveTo>
                          <a:pt x="43" y="46"/>
                        </a:moveTo>
                        <a:cubicBezTo>
                          <a:pt x="42" y="46"/>
                          <a:pt x="41" y="47"/>
                          <a:pt x="41" y="48"/>
                        </a:cubicBezTo>
                        <a:cubicBezTo>
                          <a:pt x="41" y="49"/>
                          <a:pt x="42" y="50"/>
                          <a:pt x="43" y="50"/>
                        </a:cubicBezTo>
                        <a:cubicBezTo>
                          <a:pt x="44" y="50"/>
                          <a:pt x="45" y="49"/>
                          <a:pt x="45" y="48"/>
                        </a:cubicBezTo>
                        <a:cubicBezTo>
                          <a:pt x="45" y="47"/>
                          <a:pt x="44" y="46"/>
                          <a:pt x="43" y="46"/>
                        </a:cubicBezTo>
                        <a:close/>
                        <a:moveTo>
                          <a:pt x="52" y="46"/>
                        </a:moveTo>
                        <a:cubicBezTo>
                          <a:pt x="51" y="46"/>
                          <a:pt x="50" y="47"/>
                          <a:pt x="50" y="48"/>
                        </a:cubicBezTo>
                        <a:cubicBezTo>
                          <a:pt x="50" y="49"/>
                          <a:pt x="51" y="50"/>
                          <a:pt x="52" y="50"/>
                        </a:cubicBezTo>
                        <a:cubicBezTo>
                          <a:pt x="54" y="50"/>
                          <a:pt x="55" y="49"/>
                          <a:pt x="55" y="48"/>
                        </a:cubicBezTo>
                        <a:cubicBezTo>
                          <a:pt x="55" y="47"/>
                          <a:pt x="54" y="46"/>
                          <a:pt x="52" y="46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solidFill>
                        <a:schemeClr val="tx2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6" name="TextBox 28"/>
                  <p:cNvSpPr txBox="1"/>
                  <p:nvPr/>
                </p:nvSpPr>
                <p:spPr>
                  <a:xfrm>
                    <a:off x="5180753" y="4095750"/>
                    <a:ext cx="865293" cy="32900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500" b="1" dirty="0">
                        <a:solidFill>
                          <a:schemeClr val="bg1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Step03</a:t>
                    </a:r>
                  </a:p>
                </p:txBody>
              </p:sp>
            </p:grpSp>
            <p:grpSp>
              <p:nvGrpSpPr>
                <p:cNvPr id="27" name="Group 32"/>
                <p:cNvGrpSpPr/>
                <p:nvPr/>
              </p:nvGrpSpPr>
              <p:grpSpPr>
                <a:xfrm>
                  <a:off x="6582" y="6939"/>
                  <a:ext cx="1585" cy="1295"/>
                  <a:chOff x="3153515" y="3714750"/>
                  <a:chExt cx="865293" cy="710001"/>
                </a:xfrm>
              </p:grpSpPr>
              <p:sp>
                <p:nvSpPr>
                  <p:cNvPr id="28" name="Freeform 152"/>
                  <p:cNvSpPr>
                    <a:spLocks noChangeAspect="1" noEditPoints="1"/>
                  </p:cNvSpPr>
                  <p:nvPr/>
                </p:nvSpPr>
                <p:spPr bwMode="auto">
                  <a:xfrm>
                    <a:off x="3365340" y="3714750"/>
                    <a:ext cx="441645" cy="408137"/>
                  </a:xfrm>
                  <a:custGeom>
                    <a:avLst/>
                    <a:gdLst/>
                    <a:ahLst/>
                    <a:cxnLst>
                      <a:cxn ang="0">
                        <a:pos x="67" y="20"/>
                      </a:cxn>
                      <a:cxn ang="0">
                        <a:pos x="46" y="36"/>
                      </a:cxn>
                      <a:cxn ang="0">
                        <a:pos x="42" y="40"/>
                      </a:cxn>
                      <a:cxn ang="0">
                        <a:pos x="39" y="47"/>
                      </a:cxn>
                      <a:cxn ang="0">
                        <a:pos x="44" y="52"/>
                      </a:cxn>
                      <a:cxn ang="0">
                        <a:pos x="52" y="58"/>
                      </a:cxn>
                      <a:cxn ang="0">
                        <a:pos x="52" y="61"/>
                      </a:cxn>
                      <a:cxn ang="0">
                        <a:pos x="51" y="62"/>
                      </a:cxn>
                      <a:cxn ang="0">
                        <a:pos x="17" y="62"/>
                      </a:cxn>
                      <a:cxn ang="0">
                        <a:pos x="16" y="61"/>
                      </a:cxn>
                      <a:cxn ang="0">
                        <a:pos x="16" y="58"/>
                      </a:cxn>
                      <a:cxn ang="0">
                        <a:pos x="24" y="52"/>
                      </a:cxn>
                      <a:cxn ang="0">
                        <a:pos x="29" y="47"/>
                      </a:cxn>
                      <a:cxn ang="0">
                        <a:pos x="26" y="40"/>
                      </a:cxn>
                      <a:cxn ang="0">
                        <a:pos x="22" y="36"/>
                      </a:cxn>
                      <a:cxn ang="0">
                        <a:pos x="0" y="20"/>
                      </a:cxn>
                      <a:cxn ang="0">
                        <a:pos x="0" y="15"/>
                      </a:cxn>
                      <a:cxn ang="0">
                        <a:pos x="4" y="11"/>
                      </a:cxn>
                      <a:cxn ang="0">
                        <a:pos x="16" y="11"/>
                      </a:cxn>
                      <a:cxn ang="0">
                        <a:pos x="16" y="7"/>
                      </a:cxn>
                      <a:cxn ang="0">
                        <a:pos x="22" y="0"/>
                      </a:cxn>
                      <a:cxn ang="0">
                        <a:pos x="45" y="0"/>
                      </a:cxn>
                      <a:cxn ang="0">
                        <a:pos x="52" y="7"/>
                      </a:cxn>
                      <a:cxn ang="0">
                        <a:pos x="52" y="11"/>
                      </a:cxn>
                      <a:cxn ang="0">
                        <a:pos x="63" y="11"/>
                      </a:cxn>
                      <a:cxn ang="0">
                        <a:pos x="67" y="15"/>
                      </a:cxn>
                      <a:cxn ang="0">
                        <a:pos x="67" y="20"/>
                      </a:cxn>
                      <a:cxn ang="0">
                        <a:pos x="16" y="16"/>
                      </a:cxn>
                      <a:cxn ang="0">
                        <a:pos x="6" y="16"/>
                      </a:cxn>
                      <a:cxn ang="0">
                        <a:pos x="6" y="20"/>
                      </a:cxn>
                      <a:cxn ang="0">
                        <a:pos x="19" y="31"/>
                      </a:cxn>
                      <a:cxn ang="0">
                        <a:pos x="16" y="16"/>
                      </a:cxn>
                      <a:cxn ang="0">
                        <a:pos x="62" y="16"/>
                      </a:cxn>
                      <a:cxn ang="0">
                        <a:pos x="52" y="16"/>
                      </a:cxn>
                      <a:cxn ang="0">
                        <a:pos x="49" y="31"/>
                      </a:cxn>
                      <a:cxn ang="0">
                        <a:pos x="62" y="20"/>
                      </a:cxn>
                      <a:cxn ang="0">
                        <a:pos x="62" y="16"/>
                      </a:cxn>
                    </a:cxnLst>
                    <a:rect l="0" t="0" r="r" b="b"/>
                    <a:pathLst>
                      <a:path w="67" h="62">
                        <a:moveTo>
                          <a:pt x="67" y="20"/>
                        </a:moveTo>
                        <a:cubicBezTo>
                          <a:pt x="67" y="27"/>
                          <a:pt x="58" y="36"/>
                          <a:pt x="46" y="36"/>
                        </a:cubicBezTo>
                        <a:cubicBezTo>
                          <a:pt x="44" y="38"/>
                          <a:pt x="42" y="40"/>
                          <a:pt x="42" y="40"/>
                        </a:cubicBezTo>
                        <a:cubicBezTo>
                          <a:pt x="40" y="42"/>
                          <a:pt x="39" y="44"/>
                          <a:pt x="39" y="47"/>
                        </a:cubicBezTo>
                        <a:cubicBezTo>
                          <a:pt x="39" y="49"/>
                          <a:pt x="40" y="52"/>
                          <a:pt x="44" y="52"/>
                        </a:cubicBezTo>
                        <a:cubicBezTo>
                          <a:pt x="48" y="52"/>
                          <a:pt x="52" y="54"/>
                          <a:pt x="52" y="58"/>
                        </a:cubicBezTo>
                        <a:cubicBezTo>
                          <a:pt x="52" y="61"/>
                          <a:pt x="52" y="61"/>
                          <a:pt x="52" y="61"/>
                        </a:cubicBezTo>
                        <a:cubicBezTo>
                          <a:pt x="52" y="62"/>
                          <a:pt x="51" y="62"/>
                          <a:pt x="51" y="62"/>
                        </a:cubicBezTo>
                        <a:cubicBezTo>
                          <a:pt x="17" y="62"/>
                          <a:pt x="17" y="62"/>
                          <a:pt x="17" y="62"/>
                        </a:cubicBezTo>
                        <a:cubicBezTo>
                          <a:pt x="16" y="62"/>
                          <a:pt x="16" y="62"/>
                          <a:pt x="16" y="61"/>
                        </a:cubicBezTo>
                        <a:cubicBezTo>
                          <a:pt x="16" y="58"/>
                          <a:pt x="16" y="58"/>
                          <a:pt x="16" y="58"/>
                        </a:cubicBezTo>
                        <a:cubicBezTo>
                          <a:pt x="16" y="54"/>
                          <a:pt x="20" y="52"/>
                          <a:pt x="24" y="52"/>
                        </a:cubicBezTo>
                        <a:cubicBezTo>
                          <a:pt x="27" y="52"/>
                          <a:pt x="29" y="49"/>
                          <a:pt x="29" y="47"/>
                        </a:cubicBezTo>
                        <a:cubicBezTo>
                          <a:pt x="29" y="44"/>
                          <a:pt x="28" y="42"/>
                          <a:pt x="26" y="40"/>
                        </a:cubicBezTo>
                        <a:cubicBezTo>
                          <a:pt x="25" y="40"/>
                          <a:pt x="24" y="38"/>
                          <a:pt x="22" y="36"/>
                        </a:cubicBezTo>
                        <a:cubicBezTo>
                          <a:pt x="10" y="36"/>
                          <a:pt x="0" y="27"/>
                          <a:pt x="0" y="20"/>
                        </a:cubicBezTo>
                        <a:cubicBezTo>
                          <a:pt x="0" y="15"/>
                          <a:pt x="0" y="15"/>
                          <a:pt x="0" y="15"/>
                        </a:cubicBezTo>
                        <a:cubicBezTo>
                          <a:pt x="0" y="12"/>
                          <a:pt x="2" y="11"/>
                          <a:pt x="4" y="11"/>
                        </a:cubicBezTo>
                        <a:cubicBezTo>
                          <a:pt x="16" y="11"/>
                          <a:pt x="16" y="11"/>
                          <a:pt x="16" y="11"/>
                        </a:cubicBezTo>
                        <a:cubicBezTo>
                          <a:pt x="16" y="7"/>
                          <a:pt x="16" y="7"/>
                          <a:pt x="16" y="7"/>
                        </a:cubicBezTo>
                        <a:cubicBezTo>
                          <a:pt x="16" y="3"/>
                          <a:pt x="19" y="0"/>
                          <a:pt x="22" y="0"/>
                        </a:cubicBezTo>
                        <a:cubicBezTo>
                          <a:pt x="45" y="0"/>
                          <a:pt x="45" y="0"/>
                          <a:pt x="45" y="0"/>
                        </a:cubicBezTo>
                        <a:cubicBezTo>
                          <a:pt x="49" y="0"/>
                          <a:pt x="52" y="3"/>
                          <a:pt x="52" y="7"/>
                        </a:cubicBezTo>
                        <a:cubicBezTo>
                          <a:pt x="52" y="11"/>
                          <a:pt x="52" y="11"/>
                          <a:pt x="52" y="11"/>
                        </a:cubicBezTo>
                        <a:cubicBezTo>
                          <a:pt x="63" y="11"/>
                          <a:pt x="63" y="11"/>
                          <a:pt x="63" y="11"/>
                        </a:cubicBezTo>
                        <a:cubicBezTo>
                          <a:pt x="66" y="11"/>
                          <a:pt x="67" y="12"/>
                          <a:pt x="67" y="15"/>
                        </a:cubicBezTo>
                        <a:lnTo>
                          <a:pt x="67" y="20"/>
                        </a:lnTo>
                        <a:close/>
                        <a:moveTo>
                          <a:pt x="16" y="16"/>
                        </a:moveTo>
                        <a:cubicBezTo>
                          <a:pt x="6" y="16"/>
                          <a:pt x="6" y="16"/>
                          <a:pt x="6" y="16"/>
                        </a:cubicBezTo>
                        <a:cubicBezTo>
                          <a:pt x="6" y="20"/>
                          <a:pt x="6" y="20"/>
                          <a:pt x="6" y="20"/>
                        </a:cubicBezTo>
                        <a:cubicBezTo>
                          <a:pt x="6" y="24"/>
                          <a:pt x="11" y="29"/>
                          <a:pt x="19" y="31"/>
                        </a:cubicBezTo>
                        <a:cubicBezTo>
                          <a:pt x="17" y="27"/>
                          <a:pt x="16" y="22"/>
                          <a:pt x="16" y="16"/>
                        </a:cubicBezTo>
                        <a:close/>
                        <a:moveTo>
                          <a:pt x="62" y="16"/>
                        </a:moveTo>
                        <a:cubicBezTo>
                          <a:pt x="52" y="16"/>
                          <a:pt x="52" y="16"/>
                          <a:pt x="52" y="16"/>
                        </a:cubicBezTo>
                        <a:cubicBezTo>
                          <a:pt x="52" y="22"/>
                          <a:pt x="51" y="27"/>
                          <a:pt x="49" y="31"/>
                        </a:cubicBezTo>
                        <a:cubicBezTo>
                          <a:pt x="57" y="29"/>
                          <a:pt x="62" y="24"/>
                          <a:pt x="62" y="20"/>
                        </a:cubicBezTo>
                        <a:lnTo>
                          <a:pt x="62" y="16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9525">
                    <a:noFill/>
                    <a:round/>
                  </a:ln>
                </p:spPr>
                <p:txBody>
                  <a:bodyPr vert="horz" wrap="square" lIns="121920" tIns="60960" rIns="121920" bIns="60960" numCol="1" anchor="t" anchorCtr="0" compatLnSpc="1"/>
                  <a:lstStyle/>
                  <a:p>
                    <a:endParaRPr lang="en-US" sz="1800" dirty="0">
                      <a:solidFill>
                        <a:schemeClr val="tx2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9" name="TextBox 29"/>
                  <p:cNvSpPr txBox="1"/>
                  <p:nvPr/>
                </p:nvSpPr>
                <p:spPr>
                  <a:xfrm>
                    <a:off x="3153515" y="4095750"/>
                    <a:ext cx="865293" cy="32900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500" b="1" dirty="0">
                        <a:solidFill>
                          <a:schemeClr val="bg1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Step04</a:t>
                    </a:r>
                  </a:p>
                </p:txBody>
              </p:sp>
            </p:grpSp>
          </p:grpSp>
          <p:sp>
            <p:nvSpPr>
              <p:cNvPr id="36" name="矩形 35"/>
              <p:cNvSpPr/>
              <p:nvPr/>
            </p:nvSpPr>
            <p:spPr>
              <a:xfrm>
                <a:off x="12855" y="3462"/>
                <a:ext cx="2689" cy="590"/>
              </a:xfrm>
              <a:prstGeom prst="rect">
                <a:avLst/>
              </a:prstGeom>
            </p:spPr>
            <p:txBody>
              <a:bodyPr wrap="square" lIns="67387" tIns="33694" rIns="67387" bIns="33694">
                <a:spAutoFit/>
              </a:bodyPr>
              <a:lstStyle/>
              <a:p>
                <a:pPr algn="l" defTabSz="67373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000" b="1" dirty="0">
                    <a:solidFill>
                      <a:srgbClr val="01568F"/>
                    </a:solidFill>
                    <a:effectLst/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编辑段落文本</a:t>
                </a:r>
              </a:p>
            </p:txBody>
          </p:sp>
          <p:sp>
            <p:nvSpPr>
              <p:cNvPr id="37" name="矩形 47"/>
              <p:cNvSpPr>
                <a:spLocks noChangeArrowheads="1"/>
              </p:cNvSpPr>
              <p:nvPr/>
            </p:nvSpPr>
            <p:spPr bwMode="auto">
              <a:xfrm>
                <a:off x="12855" y="4023"/>
                <a:ext cx="4144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67387" tIns="33694" rIns="67387" bIns="33694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9pPr>
              </a:lstStyle>
              <a:p>
                <a:pPr indent="0" algn="l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title content here.</a:t>
                </a:r>
              </a:p>
              <a:p>
                <a:pPr indent="0" algn="l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title content here.</a:t>
                </a:r>
              </a:p>
              <a:p>
                <a:pPr indent="0" algn="l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content.</a:t>
                </a:r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12855" y="6767"/>
                <a:ext cx="2689" cy="590"/>
              </a:xfrm>
              <a:prstGeom prst="rect">
                <a:avLst/>
              </a:prstGeom>
            </p:spPr>
            <p:txBody>
              <a:bodyPr wrap="square" lIns="67387" tIns="33694" rIns="67387" bIns="33694">
                <a:spAutoFit/>
              </a:bodyPr>
              <a:lstStyle/>
              <a:p>
                <a:pPr algn="l" defTabSz="67373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000" b="1" dirty="0">
                    <a:solidFill>
                      <a:srgbClr val="01568F"/>
                    </a:solidFill>
                    <a:effectLst/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编辑段落文本</a:t>
                </a:r>
              </a:p>
            </p:txBody>
          </p:sp>
          <p:sp>
            <p:nvSpPr>
              <p:cNvPr id="41" name="矩形 47"/>
              <p:cNvSpPr>
                <a:spLocks noChangeArrowheads="1"/>
              </p:cNvSpPr>
              <p:nvPr/>
            </p:nvSpPr>
            <p:spPr bwMode="auto">
              <a:xfrm>
                <a:off x="12855" y="7328"/>
                <a:ext cx="4144" cy="19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67387" tIns="33694" rIns="67387" bIns="33694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9pPr>
              </a:lstStyle>
              <a:p>
                <a:pPr>
                  <a:lnSpc>
                    <a:spcPct val="130000"/>
                  </a:lnSpc>
                  <a:spcBef>
                    <a:spcPts val="20"/>
                  </a:spcBef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core title content here.</a:t>
                </a:r>
              </a:p>
              <a:p>
                <a:pPr>
                  <a:lnSpc>
                    <a:spcPct val="130000"/>
                  </a:lnSpc>
                  <a:spcBef>
                    <a:spcPts val="20"/>
                  </a:spcBef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core title content here.</a:t>
                </a:r>
              </a:p>
              <a:p>
                <a:pPr>
                  <a:lnSpc>
                    <a:spcPct val="130000"/>
                  </a:lnSpc>
                  <a:spcBef>
                    <a:spcPts val="20"/>
                  </a:spcBef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core content.</a:t>
                </a:r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3500" y="3465"/>
                <a:ext cx="2689" cy="590"/>
              </a:xfrm>
              <a:prstGeom prst="rect">
                <a:avLst/>
              </a:prstGeom>
            </p:spPr>
            <p:txBody>
              <a:bodyPr wrap="square" lIns="67387" tIns="33694" rIns="67387" bIns="33694">
                <a:spAutoFit/>
              </a:bodyPr>
              <a:lstStyle/>
              <a:p>
                <a:pPr algn="r" defTabSz="67373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000" b="1" dirty="0">
                    <a:solidFill>
                      <a:srgbClr val="01568F"/>
                    </a:solidFill>
                    <a:effectLst/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编辑段落文本</a:t>
                </a:r>
              </a:p>
            </p:txBody>
          </p:sp>
          <p:sp>
            <p:nvSpPr>
              <p:cNvPr id="43" name="矩形 47"/>
              <p:cNvSpPr>
                <a:spLocks noChangeArrowheads="1"/>
              </p:cNvSpPr>
              <p:nvPr/>
            </p:nvSpPr>
            <p:spPr bwMode="auto">
              <a:xfrm>
                <a:off x="2195" y="4023"/>
                <a:ext cx="4144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67387" tIns="33694" rIns="67387" bIns="33694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9pPr>
              </a:lstStyle>
              <a:p>
                <a:pPr indent="0" algn="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title content here.</a:t>
                </a:r>
              </a:p>
              <a:p>
                <a:pPr indent="0" algn="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title content here.</a:t>
                </a:r>
              </a:p>
              <a:p>
                <a:pPr indent="0" algn="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content.</a:t>
                </a:r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3500" y="6770"/>
                <a:ext cx="2689" cy="590"/>
              </a:xfrm>
              <a:prstGeom prst="rect">
                <a:avLst/>
              </a:prstGeom>
            </p:spPr>
            <p:txBody>
              <a:bodyPr wrap="square" lIns="67387" tIns="33694" rIns="67387" bIns="33694">
                <a:spAutoFit/>
              </a:bodyPr>
              <a:lstStyle/>
              <a:p>
                <a:pPr algn="r" defTabSz="67373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000" b="1" dirty="0">
                    <a:solidFill>
                      <a:srgbClr val="01568F"/>
                    </a:solidFill>
                    <a:effectLst/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编辑段落文本</a:t>
                </a:r>
              </a:p>
            </p:txBody>
          </p:sp>
          <p:sp>
            <p:nvSpPr>
              <p:cNvPr id="45" name="矩形 47"/>
              <p:cNvSpPr>
                <a:spLocks noChangeArrowheads="1"/>
              </p:cNvSpPr>
              <p:nvPr/>
            </p:nvSpPr>
            <p:spPr bwMode="auto">
              <a:xfrm>
                <a:off x="2195" y="7328"/>
                <a:ext cx="4144" cy="19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67387" tIns="33694" rIns="67387" bIns="33694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9pPr>
              </a:lstStyle>
              <a:p>
                <a:pPr algn="r">
                  <a:lnSpc>
                    <a:spcPct val="130000"/>
                  </a:lnSpc>
                  <a:spcBef>
                    <a:spcPts val="20"/>
                  </a:spcBef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core title content here.</a:t>
                </a:r>
              </a:p>
              <a:p>
                <a:pPr algn="r">
                  <a:lnSpc>
                    <a:spcPct val="130000"/>
                  </a:lnSpc>
                  <a:spcBef>
                    <a:spcPts val="20"/>
                  </a:spcBef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core title content here.</a:t>
                </a:r>
              </a:p>
              <a:p>
                <a:pPr algn="r">
                  <a:lnSpc>
                    <a:spcPct val="130000"/>
                  </a:lnSpc>
                  <a:spcBef>
                    <a:spcPts val="20"/>
                  </a:spcBef>
                  <a:buNone/>
                </a:pPr>
                <a:r>
                  <a:rPr lang="en-US" altLang="zh-CN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core content.</a:t>
                </a: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31" name="直角三角形 30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直角三角形 31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3" name="文本框 32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</a:p>
          </p:txBody>
        </p:sp>
      </p:grpSp>
    </p:spTree>
    <p:custDataLst>
      <p:tags r:id="rId1"/>
    </p:custDataLst>
  </p:cSld>
  <p:clrMapOvr>
    <a:masterClrMapping/>
  </p:clrMapOvr>
  <p:transition advTm="2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-1246505" y="-1269365"/>
            <a:ext cx="4191000" cy="2555240"/>
            <a:chOff x="-1277" y="-1319"/>
            <a:chExt cx="4304" cy="2624"/>
          </a:xfrm>
        </p:grpSpPr>
        <p:sp>
          <p:nvSpPr>
            <p:cNvPr id="3" name="直角三角形 2"/>
            <p:cNvSpPr/>
            <p:nvPr/>
          </p:nvSpPr>
          <p:spPr>
            <a:xfrm rot="2700000" flipH="1">
              <a:off x="-1277" y="-1319"/>
              <a:ext cx="2624" cy="2624"/>
            </a:xfrm>
            <a:prstGeom prst="rtTriangle">
              <a:avLst/>
            </a:prstGeom>
            <a:solidFill>
              <a:schemeClr val="bg2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C4F90"/>
                </a:solidFill>
              </a:endParaRPr>
            </a:p>
          </p:txBody>
        </p:sp>
        <p:sp>
          <p:nvSpPr>
            <p:cNvPr id="30" name="直角三角形 29"/>
            <p:cNvSpPr/>
            <p:nvPr/>
          </p:nvSpPr>
          <p:spPr>
            <a:xfrm rot="2700000" flipH="1">
              <a:off x="403" y="-1319"/>
              <a:ext cx="2624" cy="2624"/>
            </a:xfrm>
            <a:prstGeom prst="rtTriangle">
              <a:avLst/>
            </a:prstGeom>
            <a:solidFill>
              <a:srgbClr val="1C4F9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C4F90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724785" y="991235"/>
            <a:ext cx="6743065" cy="3757930"/>
            <a:chOff x="4291" y="1561"/>
            <a:chExt cx="10619" cy="5918"/>
          </a:xfrm>
        </p:grpSpPr>
        <p:sp>
          <p:nvSpPr>
            <p:cNvPr id="34" name="文本框 33"/>
            <p:cNvSpPr txBox="1"/>
            <p:nvPr/>
          </p:nvSpPr>
          <p:spPr>
            <a:xfrm>
              <a:off x="4291" y="4202"/>
              <a:ext cx="10486" cy="2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80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在此输入标题</a:t>
              </a: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4291" y="6076"/>
              <a:ext cx="10619" cy="1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8459" y="1561"/>
              <a:ext cx="2150" cy="2052"/>
              <a:chOff x="8884" y="1621"/>
              <a:chExt cx="2150" cy="2052"/>
            </a:xfrm>
          </p:grpSpPr>
          <p:sp>
            <p:nvSpPr>
              <p:cNvPr id="13" name="直角三角形 12"/>
              <p:cNvSpPr/>
              <p:nvPr/>
            </p:nvSpPr>
            <p:spPr>
              <a:xfrm rot="2700000" flipH="1">
                <a:off x="8933" y="1621"/>
                <a:ext cx="2052" cy="2052"/>
              </a:xfrm>
              <a:prstGeom prst="rtTriangle">
                <a:avLst/>
              </a:prstGeom>
              <a:solidFill>
                <a:schemeClr val="bg2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  <p:sp>
            <p:nvSpPr>
              <p:cNvPr id="51" name="等腰三角形 50"/>
              <p:cNvSpPr/>
              <p:nvPr/>
            </p:nvSpPr>
            <p:spPr>
              <a:xfrm flipV="1">
                <a:off x="8884" y="2319"/>
                <a:ext cx="2151" cy="1355"/>
              </a:xfrm>
              <a:prstGeom prst="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</p:grpSp>
        <p:sp>
          <p:nvSpPr>
            <p:cNvPr id="15" name="文本框 14"/>
            <p:cNvSpPr txBox="1"/>
            <p:nvPr/>
          </p:nvSpPr>
          <p:spPr>
            <a:xfrm>
              <a:off x="8948" y="2171"/>
              <a:ext cx="1174" cy="10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03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9057005" y="5485130"/>
            <a:ext cx="4485640" cy="2734945"/>
            <a:chOff x="16183" y="9681"/>
            <a:chExt cx="4304" cy="2624"/>
          </a:xfrm>
        </p:grpSpPr>
        <p:sp>
          <p:nvSpPr>
            <p:cNvPr id="9" name="直角三角形 8"/>
            <p:cNvSpPr/>
            <p:nvPr/>
          </p:nvSpPr>
          <p:spPr>
            <a:xfrm rot="18900000" flipH="1" flipV="1">
              <a:off x="17863" y="9681"/>
              <a:ext cx="2624" cy="2624"/>
            </a:xfrm>
            <a:prstGeom prst="rtTriangle">
              <a:avLst/>
            </a:prstGeom>
            <a:solidFill>
              <a:schemeClr val="bg2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C4F90"/>
                </a:solidFill>
              </a:endParaRPr>
            </a:p>
          </p:txBody>
        </p:sp>
        <p:sp>
          <p:nvSpPr>
            <p:cNvPr id="10" name="直角三角形 9"/>
            <p:cNvSpPr/>
            <p:nvPr/>
          </p:nvSpPr>
          <p:spPr>
            <a:xfrm rot="18900000" flipH="1" flipV="1">
              <a:off x="16183" y="9681"/>
              <a:ext cx="2624" cy="2624"/>
            </a:xfrm>
            <a:prstGeom prst="rtTriangle">
              <a:avLst/>
            </a:prstGeom>
            <a:solidFill>
              <a:srgbClr val="1C4F9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C4F9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2000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227965" y="0"/>
            <a:ext cx="11368405" cy="5916930"/>
            <a:chOff x="-359" y="0"/>
            <a:chExt cx="17903" cy="9318"/>
          </a:xfrm>
        </p:grpSpPr>
        <p:pic>
          <p:nvPicPr>
            <p:cNvPr id="6" name="图片 5" descr="C:\Users\Administrator\Downloads\02.千库\毕业答辩\千库网_周末好友聚会讨论问题_摄影图编号80169.jpg千库网_周末好友聚会讨论问题_摄影图编号80169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664" y="4204"/>
              <a:ext cx="7943" cy="5114"/>
            </a:xfrm>
            <a:prstGeom prst="rect">
              <a:avLst/>
            </a:prstGeom>
          </p:spPr>
        </p:pic>
        <p:sp>
          <p:nvSpPr>
            <p:cNvPr id="34" name="圆角矩形 50"/>
            <p:cNvSpPr/>
            <p:nvPr/>
          </p:nvSpPr>
          <p:spPr>
            <a:xfrm>
              <a:off x="1665" y="2718"/>
              <a:ext cx="7942" cy="1168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思源宋体" panose="02020400000000000000" charset="-122"/>
              </a:endParaRPr>
            </a:p>
          </p:txBody>
        </p:sp>
        <p:sp>
          <p:nvSpPr>
            <p:cNvPr id="22" name="圆角矩形 50"/>
            <p:cNvSpPr/>
            <p:nvPr/>
          </p:nvSpPr>
          <p:spPr>
            <a:xfrm>
              <a:off x="10104" y="2718"/>
              <a:ext cx="7431" cy="1168"/>
            </a:xfrm>
            <a:prstGeom prst="roundRect">
              <a:avLst>
                <a:gd name="adj" fmla="val 0"/>
              </a:avLst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思源宋体" panose="02020400000000000000" charset="-122"/>
              </a:endParaRPr>
            </a:p>
          </p:txBody>
        </p:sp>
        <p:sp>
          <p:nvSpPr>
            <p:cNvPr id="7" name="圆角矩形 50"/>
            <p:cNvSpPr/>
            <p:nvPr/>
          </p:nvSpPr>
          <p:spPr>
            <a:xfrm>
              <a:off x="10104" y="6969"/>
              <a:ext cx="7431" cy="1167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思源宋体" panose="02020400000000000000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916" y="3018"/>
              <a:ext cx="7440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rPr>
                <a:t>ENTER THE CORE TEXT CONTENT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102" y="7239"/>
              <a:ext cx="7442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rPr>
                <a:t>ENTER THE CORE TEXT CONTENT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0102" y="2988"/>
              <a:ext cx="7442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rPr>
                <a:t>ENTER THE CORE TEXT CONTENT</a:t>
              </a: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10269" y="4204"/>
              <a:ext cx="7266" cy="16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0269" y="8274"/>
              <a:ext cx="7266" cy="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15" name="直角三角形 14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" name="文本框 1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</a:p>
          </p:txBody>
        </p:sp>
      </p:grpSp>
    </p:spTree>
    <p:custDataLst>
      <p:tags r:id="rId1"/>
    </p:custDataLst>
  </p:cSld>
  <p:clrMapOvr>
    <a:masterClrMapping/>
  </p:clrMapOvr>
  <p:transition advTm="2000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227965" y="0"/>
            <a:ext cx="10976610" cy="6042660"/>
            <a:chOff x="-359" y="0"/>
            <a:chExt cx="17286" cy="9516"/>
          </a:xfrm>
        </p:grpSpPr>
        <p:grpSp>
          <p:nvGrpSpPr>
            <p:cNvPr id="2" name="组合 1"/>
            <p:cNvGrpSpPr/>
            <p:nvPr/>
          </p:nvGrpSpPr>
          <p:grpSpPr>
            <a:xfrm>
              <a:off x="1959" y="2797"/>
              <a:ext cx="14968" cy="6719"/>
              <a:chOff x="1959" y="2797"/>
              <a:chExt cx="14968" cy="6719"/>
            </a:xfrm>
          </p:grpSpPr>
          <p:grpSp>
            <p:nvGrpSpPr>
              <p:cNvPr id="39" name="îslîḓè"/>
              <p:cNvGrpSpPr/>
              <p:nvPr/>
            </p:nvGrpSpPr>
            <p:grpSpPr>
              <a:xfrm>
                <a:off x="7061" y="3122"/>
                <a:ext cx="5076" cy="4978"/>
                <a:chOff x="4433794" y="2007879"/>
                <a:chExt cx="3311712" cy="3248642"/>
              </a:xfrm>
            </p:grpSpPr>
            <p:sp>
              <p:nvSpPr>
                <p:cNvPr id="40" name="îṣľídê"/>
                <p:cNvSpPr/>
                <p:nvPr/>
              </p:nvSpPr>
              <p:spPr bwMode="auto">
                <a:xfrm>
                  <a:off x="4698610" y="2245480"/>
                  <a:ext cx="2782081" cy="2773441"/>
                </a:xfrm>
                <a:prstGeom prst="ellipse">
                  <a:avLst/>
                </a:prstGeom>
                <a:ln w="3175">
                  <a:solidFill>
                    <a:srgbClr val="1C4F9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square" lIns="51837" tIns="25917" rIns="51837" bIns="25917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02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1" name="iSľíḑe"/>
                <p:cNvSpPr/>
                <p:nvPr/>
              </p:nvSpPr>
              <p:spPr bwMode="auto">
                <a:xfrm>
                  <a:off x="4433794" y="2553927"/>
                  <a:ext cx="1040256" cy="952129"/>
                </a:xfrm>
                <a:custGeom>
                  <a:avLst/>
                  <a:gdLst>
                    <a:gd name="T0" fmla="*/ 218 w 601"/>
                    <a:gd name="T1" fmla="*/ 552 h 552"/>
                    <a:gd name="T2" fmla="*/ 270 w 601"/>
                    <a:gd name="T3" fmla="*/ 463 h 552"/>
                    <a:gd name="T4" fmla="*/ 0 w 601"/>
                    <a:gd name="T5" fmla="*/ 309 h 552"/>
                    <a:gd name="T6" fmla="*/ 179 w 601"/>
                    <a:gd name="T7" fmla="*/ 0 h 552"/>
                    <a:gd name="T8" fmla="*/ 448 w 601"/>
                    <a:gd name="T9" fmla="*/ 156 h 552"/>
                    <a:gd name="T10" fmla="*/ 499 w 601"/>
                    <a:gd name="T11" fmla="*/ 67 h 552"/>
                    <a:gd name="T12" fmla="*/ 601 w 601"/>
                    <a:gd name="T13" fmla="*/ 449 h 552"/>
                    <a:gd name="T14" fmla="*/ 218 w 601"/>
                    <a:gd name="T15" fmla="*/ 552 h 552"/>
                    <a:gd name="T16" fmla="*/ 218 w 601"/>
                    <a:gd name="T17" fmla="*/ 552 h 5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1" h="552">
                      <a:moveTo>
                        <a:pt x="218" y="552"/>
                      </a:moveTo>
                      <a:lnTo>
                        <a:pt x="270" y="463"/>
                      </a:lnTo>
                      <a:lnTo>
                        <a:pt x="0" y="309"/>
                      </a:lnTo>
                      <a:lnTo>
                        <a:pt x="179" y="0"/>
                      </a:lnTo>
                      <a:lnTo>
                        <a:pt x="448" y="156"/>
                      </a:lnTo>
                      <a:lnTo>
                        <a:pt x="499" y="67"/>
                      </a:lnTo>
                      <a:lnTo>
                        <a:pt x="601" y="449"/>
                      </a:lnTo>
                      <a:lnTo>
                        <a:pt x="218" y="552"/>
                      </a:lnTo>
                      <a:lnTo>
                        <a:pt x="218" y="552"/>
                      </a:lnTo>
                      <a:close/>
                    </a:path>
                  </a:pathLst>
                </a:custGeom>
                <a:solidFill>
                  <a:schemeClr val="bg2">
                    <a:lumMod val="85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51837" tIns="25917" rIns="51837" bIns="25917" numCol="1" rtlCol="0" anchor="ctr" anchorCtr="0" compatLnSpc="1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altLang="zh-CN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2" name="îśľîḋé"/>
                <p:cNvSpPr/>
                <p:nvPr/>
              </p:nvSpPr>
              <p:spPr bwMode="auto">
                <a:xfrm>
                  <a:off x="4433794" y="3758345"/>
                  <a:ext cx="1040256" cy="952129"/>
                </a:xfrm>
                <a:custGeom>
                  <a:avLst/>
                  <a:gdLst>
                    <a:gd name="T0" fmla="*/ 499 w 601"/>
                    <a:gd name="T1" fmla="*/ 487 h 551"/>
                    <a:gd name="T2" fmla="*/ 448 w 601"/>
                    <a:gd name="T3" fmla="*/ 398 h 551"/>
                    <a:gd name="T4" fmla="*/ 179 w 601"/>
                    <a:gd name="T5" fmla="*/ 551 h 551"/>
                    <a:gd name="T6" fmla="*/ 0 w 601"/>
                    <a:gd name="T7" fmla="*/ 244 h 551"/>
                    <a:gd name="T8" fmla="*/ 270 w 601"/>
                    <a:gd name="T9" fmla="*/ 89 h 551"/>
                    <a:gd name="T10" fmla="*/ 218 w 601"/>
                    <a:gd name="T11" fmla="*/ 0 h 551"/>
                    <a:gd name="T12" fmla="*/ 601 w 601"/>
                    <a:gd name="T13" fmla="*/ 104 h 551"/>
                    <a:gd name="T14" fmla="*/ 499 w 601"/>
                    <a:gd name="T15" fmla="*/ 487 h 551"/>
                    <a:gd name="T16" fmla="*/ 499 w 601"/>
                    <a:gd name="T17" fmla="*/ 487 h 5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1" h="551">
                      <a:moveTo>
                        <a:pt x="499" y="487"/>
                      </a:moveTo>
                      <a:lnTo>
                        <a:pt x="448" y="398"/>
                      </a:lnTo>
                      <a:lnTo>
                        <a:pt x="179" y="551"/>
                      </a:lnTo>
                      <a:lnTo>
                        <a:pt x="0" y="244"/>
                      </a:lnTo>
                      <a:lnTo>
                        <a:pt x="270" y="89"/>
                      </a:lnTo>
                      <a:lnTo>
                        <a:pt x="218" y="0"/>
                      </a:lnTo>
                      <a:lnTo>
                        <a:pt x="601" y="104"/>
                      </a:lnTo>
                      <a:lnTo>
                        <a:pt x="499" y="487"/>
                      </a:lnTo>
                      <a:lnTo>
                        <a:pt x="499" y="487"/>
                      </a:lnTo>
                      <a:close/>
                    </a:path>
                  </a:pathLst>
                </a:custGeom>
                <a:solidFill>
                  <a:srgbClr val="1C4F90"/>
                </a:solidFill>
                <a:ln w="9525">
                  <a:noFill/>
                  <a:round/>
                </a:ln>
              </p:spPr>
              <p:txBody>
                <a:bodyPr vert="horz" wrap="square" lIns="51837" tIns="25917" rIns="51837" bIns="25917" numCol="1" rtlCol="0" anchor="ctr" anchorCtr="0" compatLnSpc="1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altLang="zh-CN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3" name="ïšľídê"/>
                <p:cNvSpPr/>
                <p:nvPr/>
              </p:nvSpPr>
              <p:spPr bwMode="auto">
                <a:xfrm>
                  <a:off x="5563473" y="3108616"/>
                  <a:ext cx="1052352" cy="1047169"/>
                </a:xfrm>
                <a:prstGeom prst="ellipse">
                  <a:avLst/>
                </a:prstGeom>
                <a:solidFill>
                  <a:srgbClr val="1C4F90"/>
                </a:solidFill>
                <a:ln w="9525">
                  <a:noFill/>
                  <a:round/>
                </a:ln>
              </p:spPr>
              <p:txBody>
                <a:bodyPr vert="horz" wrap="square" lIns="51837" tIns="25917" rIns="51837" bIns="25917" numCol="1" rtlCol="0" anchor="t" anchorCtr="0" compatLnSpc="1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02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4" name="išľïḍè"/>
                <p:cNvSpPr/>
                <p:nvPr/>
              </p:nvSpPr>
              <p:spPr bwMode="auto">
                <a:xfrm>
                  <a:off x="5602353" y="2007879"/>
                  <a:ext cx="974592" cy="1014337"/>
                </a:xfrm>
                <a:custGeom>
                  <a:avLst/>
                  <a:gdLst>
                    <a:gd name="T0" fmla="*/ 0 w 564"/>
                    <a:gd name="T1" fmla="*/ 311 h 589"/>
                    <a:gd name="T2" fmla="*/ 102 w 564"/>
                    <a:gd name="T3" fmla="*/ 311 h 589"/>
                    <a:gd name="T4" fmla="*/ 102 w 564"/>
                    <a:gd name="T5" fmla="*/ 0 h 589"/>
                    <a:gd name="T6" fmla="*/ 461 w 564"/>
                    <a:gd name="T7" fmla="*/ 0 h 589"/>
                    <a:gd name="T8" fmla="*/ 461 w 564"/>
                    <a:gd name="T9" fmla="*/ 311 h 589"/>
                    <a:gd name="T10" fmla="*/ 564 w 564"/>
                    <a:gd name="T11" fmla="*/ 311 h 589"/>
                    <a:gd name="T12" fmla="*/ 283 w 564"/>
                    <a:gd name="T13" fmla="*/ 589 h 589"/>
                    <a:gd name="T14" fmla="*/ 0 w 564"/>
                    <a:gd name="T15" fmla="*/ 311 h 589"/>
                    <a:gd name="T16" fmla="*/ 0 w 564"/>
                    <a:gd name="T17" fmla="*/ 311 h 5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64" h="589">
                      <a:moveTo>
                        <a:pt x="0" y="311"/>
                      </a:moveTo>
                      <a:lnTo>
                        <a:pt x="102" y="311"/>
                      </a:lnTo>
                      <a:lnTo>
                        <a:pt x="102" y="0"/>
                      </a:lnTo>
                      <a:lnTo>
                        <a:pt x="461" y="0"/>
                      </a:lnTo>
                      <a:lnTo>
                        <a:pt x="461" y="311"/>
                      </a:lnTo>
                      <a:lnTo>
                        <a:pt x="564" y="311"/>
                      </a:lnTo>
                      <a:lnTo>
                        <a:pt x="283" y="589"/>
                      </a:lnTo>
                      <a:lnTo>
                        <a:pt x="0" y="311"/>
                      </a:lnTo>
                      <a:lnTo>
                        <a:pt x="0" y="311"/>
                      </a:lnTo>
                      <a:close/>
                    </a:path>
                  </a:pathLst>
                </a:custGeom>
                <a:solidFill>
                  <a:srgbClr val="1C4F90"/>
                </a:solidFill>
                <a:ln>
                  <a:noFill/>
                </a:ln>
              </p:spPr>
              <p:txBody>
                <a:bodyPr vert="horz" wrap="square" lIns="51837" tIns="25917" rIns="51837" bIns="25917" numCol="1" anchor="ctr" anchorCtr="0" compatLnSpc="1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5" name="ïşļïḑê"/>
                <p:cNvSpPr/>
                <p:nvPr/>
              </p:nvSpPr>
              <p:spPr bwMode="auto">
                <a:xfrm>
                  <a:off x="5602353" y="4242184"/>
                  <a:ext cx="974592" cy="1014337"/>
                </a:xfrm>
                <a:custGeom>
                  <a:avLst/>
                  <a:gdLst>
                    <a:gd name="T0" fmla="*/ 564 w 564"/>
                    <a:gd name="T1" fmla="*/ 278 h 587"/>
                    <a:gd name="T2" fmla="*/ 461 w 564"/>
                    <a:gd name="T3" fmla="*/ 278 h 587"/>
                    <a:gd name="T4" fmla="*/ 461 w 564"/>
                    <a:gd name="T5" fmla="*/ 587 h 587"/>
                    <a:gd name="T6" fmla="*/ 102 w 564"/>
                    <a:gd name="T7" fmla="*/ 587 h 587"/>
                    <a:gd name="T8" fmla="*/ 102 w 564"/>
                    <a:gd name="T9" fmla="*/ 278 h 587"/>
                    <a:gd name="T10" fmla="*/ 0 w 564"/>
                    <a:gd name="T11" fmla="*/ 278 h 587"/>
                    <a:gd name="T12" fmla="*/ 283 w 564"/>
                    <a:gd name="T13" fmla="*/ 0 h 587"/>
                    <a:gd name="T14" fmla="*/ 564 w 564"/>
                    <a:gd name="T15" fmla="*/ 278 h 587"/>
                    <a:gd name="T16" fmla="*/ 564 w 564"/>
                    <a:gd name="T17" fmla="*/ 278 h 5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64" h="587">
                      <a:moveTo>
                        <a:pt x="564" y="278"/>
                      </a:moveTo>
                      <a:lnTo>
                        <a:pt x="461" y="278"/>
                      </a:lnTo>
                      <a:lnTo>
                        <a:pt x="461" y="587"/>
                      </a:lnTo>
                      <a:lnTo>
                        <a:pt x="102" y="587"/>
                      </a:lnTo>
                      <a:lnTo>
                        <a:pt x="102" y="278"/>
                      </a:lnTo>
                      <a:lnTo>
                        <a:pt x="0" y="278"/>
                      </a:lnTo>
                      <a:lnTo>
                        <a:pt x="283" y="0"/>
                      </a:lnTo>
                      <a:lnTo>
                        <a:pt x="564" y="278"/>
                      </a:lnTo>
                      <a:lnTo>
                        <a:pt x="564" y="278"/>
                      </a:lnTo>
                      <a:close/>
                    </a:path>
                  </a:pathLst>
                </a:custGeom>
                <a:solidFill>
                  <a:schemeClr val="bg2">
                    <a:lumMod val="85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51837" tIns="25917" rIns="51837" bIns="25917" numCol="1" rtlCol="0" anchor="ctr" anchorCtr="0" compatLnSpc="1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altLang="zh-CN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6" name="íš1iḑe"/>
                <p:cNvSpPr/>
                <p:nvPr/>
              </p:nvSpPr>
              <p:spPr bwMode="auto">
                <a:xfrm>
                  <a:off x="6705250" y="3758345"/>
                  <a:ext cx="1040256" cy="952129"/>
                </a:xfrm>
                <a:custGeom>
                  <a:avLst/>
                  <a:gdLst>
                    <a:gd name="T0" fmla="*/ 382 w 602"/>
                    <a:gd name="T1" fmla="*/ 0 h 551"/>
                    <a:gd name="T2" fmla="*/ 331 w 602"/>
                    <a:gd name="T3" fmla="*/ 89 h 551"/>
                    <a:gd name="T4" fmla="*/ 602 w 602"/>
                    <a:gd name="T5" fmla="*/ 244 h 551"/>
                    <a:gd name="T6" fmla="*/ 422 w 602"/>
                    <a:gd name="T7" fmla="*/ 551 h 551"/>
                    <a:gd name="T8" fmla="*/ 152 w 602"/>
                    <a:gd name="T9" fmla="*/ 398 h 551"/>
                    <a:gd name="T10" fmla="*/ 101 w 602"/>
                    <a:gd name="T11" fmla="*/ 487 h 551"/>
                    <a:gd name="T12" fmla="*/ 0 w 602"/>
                    <a:gd name="T13" fmla="*/ 104 h 551"/>
                    <a:gd name="T14" fmla="*/ 382 w 602"/>
                    <a:gd name="T15" fmla="*/ 0 h 551"/>
                    <a:gd name="T16" fmla="*/ 382 w 602"/>
                    <a:gd name="T17" fmla="*/ 0 h 5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2" h="551">
                      <a:moveTo>
                        <a:pt x="382" y="0"/>
                      </a:moveTo>
                      <a:lnTo>
                        <a:pt x="331" y="89"/>
                      </a:lnTo>
                      <a:lnTo>
                        <a:pt x="602" y="244"/>
                      </a:lnTo>
                      <a:lnTo>
                        <a:pt x="422" y="551"/>
                      </a:lnTo>
                      <a:lnTo>
                        <a:pt x="152" y="398"/>
                      </a:lnTo>
                      <a:lnTo>
                        <a:pt x="101" y="487"/>
                      </a:lnTo>
                      <a:lnTo>
                        <a:pt x="0" y="104"/>
                      </a:lnTo>
                      <a:lnTo>
                        <a:pt x="382" y="0"/>
                      </a:lnTo>
                      <a:lnTo>
                        <a:pt x="382" y="0"/>
                      </a:lnTo>
                      <a:close/>
                    </a:path>
                  </a:pathLst>
                </a:custGeom>
                <a:solidFill>
                  <a:srgbClr val="1C4F90"/>
                </a:solidFill>
                <a:ln w="9525">
                  <a:noFill/>
                  <a:round/>
                </a:ln>
              </p:spPr>
              <p:txBody>
                <a:bodyPr vert="horz" wrap="square" lIns="51837" tIns="25917" rIns="51837" bIns="25917" numCol="1" rtlCol="0" anchor="ctr" anchorCtr="0" compatLnSpc="1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altLang="zh-CN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7" name="iş1íďé"/>
                <p:cNvSpPr/>
                <p:nvPr/>
              </p:nvSpPr>
              <p:spPr bwMode="auto">
                <a:xfrm>
                  <a:off x="6705250" y="2553927"/>
                  <a:ext cx="1040256" cy="952129"/>
                </a:xfrm>
                <a:custGeom>
                  <a:avLst/>
                  <a:gdLst>
                    <a:gd name="T0" fmla="*/ 101 w 602"/>
                    <a:gd name="T1" fmla="*/ 67 h 552"/>
                    <a:gd name="T2" fmla="*/ 152 w 602"/>
                    <a:gd name="T3" fmla="*/ 156 h 552"/>
                    <a:gd name="T4" fmla="*/ 422 w 602"/>
                    <a:gd name="T5" fmla="*/ 0 h 552"/>
                    <a:gd name="T6" fmla="*/ 602 w 602"/>
                    <a:gd name="T7" fmla="*/ 309 h 552"/>
                    <a:gd name="T8" fmla="*/ 331 w 602"/>
                    <a:gd name="T9" fmla="*/ 463 h 552"/>
                    <a:gd name="T10" fmla="*/ 382 w 602"/>
                    <a:gd name="T11" fmla="*/ 552 h 552"/>
                    <a:gd name="T12" fmla="*/ 0 w 602"/>
                    <a:gd name="T13" fmla="*/ 449 h 552"/>
                    <a:gd name="T14" fmla="*/ 101 w 602"/>
                    <a:gd name="T15" fmla="*/ 67 h 552"/>
                    <a:gd name="T16" fmla="*/ 101 w 602"/>
                    <a:gd name="T17" fmla="*/ 67 h 5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2" h="552">
                      <a:moveTo>
                        <a:pt x="101" y="67"/>
                      </a:moveTo>
                      <a:lnTo>
                        <a:pt x="152" y="156"/>
                      </a:lnTo>
                      <a:lnTo>
                        <a:pt x="422" y="0"/>
                      </a:lnTo>
                      <a:lnTo>
                        <a:pt x="602" y="309"/>
                      </a:lnTo>
                      <a:lnTo>
                        <a:pt x="331" y="463"/>
                      </a:lnTo>
                      <a:lnTo>
                        <a:pt x="382" y="552"/>
                      </a:lnTo>
                      <a:lnTo>
                        <a:pt x="0" y="449"/>
                      </a:lnTo>
                      <a:lnTo>
                        <a:pt x="101" y="67"/>
                      </a:lnTo>
                      <a:lnTo>
                        <a:pt x="101" y="67"/>
                      </a:lnTo>
                      <a:close/>
                    </a:path>
                  </a:pathLst>
                </a:custGeom>
                <a:solidFill>
                  <a:schemeClr val="bg2">
                    <a:lumMod val="85000"/>
                  </a:schemeClr>
                </a:solidFill>
                <a:ln w="9525">
                  <a:noFill/>
                  <a:round/>
                </a:ln>
              </p:spPr>
              <p:txBody>
                <a:bodyPr vert="horz" wrap="square" lIns="51837" tIns="25917" rIns="51837" bIns="25917" numCol="1" rtlCol="0" anchor="ctr" anchorCtr="0" compatLnSpc="1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altLang="zh-CN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8" name="işļiḋe"/>
                <p:cNvSpPr/>
                <p:nvPr/>
              </p:nvSpPr>
              <p:spPr bwMode="auto">
                <a:xfrm>
                  <a:off x="5867989" y="3393100"/>
                  <a:ext cx="443320" cy="478200"/>
                </a:xfrm>
                <a:custGeom>
                  <a:avLst/>
                  <a:gdLst>
                    <a:gd name="connsiteX0" fmla="*/ 281098 w 563253"/>
                    <a:gd name="connsiteY0" fmla="*/ 535097 h 607569"/>
                    <a:gd name="connsiteX1" fmla="*/ 370258 w 563253"/>
                    <a:gd name="connsiteY1" fmla="*/ 571333 h 607569"/>
                    <a:gd name="connsiteX2" fmla="*/ 281098 w 563253"/>
                    <a:gd name="connsiteY2" fmla="*/ 607569 h 607569"/>
                    <a:gd name="connsiteX3" fmla="*/ 191938 w 563253"/>
                    <a:gd name="connsiteY3" fmla="*/ 571333 h 607569"/>
                    <a:gd name="connsiteX4" fmla="*/ 281098 w 563253"/>
                    <a:gd name="connsiteY4" fmla="*/ 535097 h 607569"/>
                    <a:gd name="connsiteX5" fmla="*/ 390234 w 563253"/>
                    <a:gd name="connsiteY5" fmla="*/ 521478 h 607569"/>
                    <a:gd name="connsiteX6" fmla="*/ 402989 w 563253"/>
                    <a:gd name="connsiteY6" fmla="*/ 527616 h 607569"/>
                    <a:gd name="connsiteX7" fmla="*/ 442021 w 563253"/>
                    <a:gd name="connsiteY7" fmla="*/ 537591 h 607569"/>
                    <a:gd name="connsiteX8" fmla="*/ 386546 w 563253"/>
                    <a:gd name="connsiteY8" fmla="*/ 560148 h 607569"/>
                    <a:gd name="connsiteX9" fmla="*/ 360730 w 563253"/>
                    <a:gd name="connsiteY9" fmla="*/ 533447 h 607569"/>
                    <a:gd name="connsiteX10" fmla="*/ 173941 w 563253"/>
                    <a:gd name="connsiteY10" fmla="*/ 520843 h 607569"/>
                    <a:gd name="connsiteX11" fmla="*/ 202664 w 563253"/>
                    <a:gd name="connsiteY11" fmla="*/ 532824 h 607569"/>
                    <a:gd name="connsiteX12" fmla="*/ 176091 w 563253"/>
                    <a:gd name="connsiteY12" fmla="*/ 559089 h 607569"/>
                    <a:gd name="connsiteX13" fmla="*/ 123560 w 563253"/>
                    <a:gd name="connsiteY13" fmla="*/ 537278 h 607569"/>
                    <a:gd name="connsiteX14" fmla="*/ 160270 w 563253"/>
                    <a:gd name="connsiteY14" fmla="*/ 527601 h 607569"/>
                    <a:gd name="connsiteX15" fmla="*/ 173941 w 563253"/>
                    <a:gd name="connsiteY15" fmla="*/ 520843 h 607569"/>
                    <a:gd name="connsiteX16" fmla="*/ 472929 w 563253"/>
                    <a:gd name="connsiteY16" fmla="*/ 449078 h 607569"/>
                    <a:gd name="connsiteX17" fmla="*/ 562053 w 563253"/>
                    <a:gd name="connsiteY17" fmla="*/ 485278 h 607569"/>
                    <a:gd name="connsiteX18" fmla="*/ 472929 w 563253"/>
                    <a:gd name="connsiteY18" fmla="*/ 521478 h 607569"/>
                    <a:gd name="connsiteX19" fmla="*/ 383805 w 563253"/>
                    <a:gd name="connsiteY19" fmla="*/ 485278 h 607569"/>
                    <a:gd name="connsiteX20" fmla="*/ 472929 w 563253"/>
                    <a:gd name="connsiteY20" fmla="*/ 449078 h 607569"/>
                    <a:gd name="connsiteX21" fmla="*/ 90324 w 563253"/>
                    <a:gd name="connsiteY21" fmla="*/ 449078 h 607569"/>
                    <a:gd name="connsiteX22" fmla="*/ 179448 w 563253"/>
                    <a:gd name="connsiteY22" fmla="*/ 485278 h 607569"/>
                    <a:gd name="connsiteX23" fmla="*/ 90324 w 563253"/>
                    <a:gd name="connsiteY23" fmla="*/ 521478 h 607569"/>
                    <a:gd name="connsiteX24" fmla="*/ 1200 w 563253"/>
                    <a:gd name="connsiteY24" fmla="*/ 485278 h 607569"/>
                    <a:gd name="connsiteX25" fmla="*/ 90324 w 563253"/>
                    <a:gd name="connsiteY25" fmla="*/ 449078 h 607569"/>
                    <a:gd name="connsiteX26" fmla="*/ 239840 w 563253"/>
                    <a:gd name="connsiteY26" fmla="*/ 195178 h 607569"/>
                    <a:gd name="connsiteX27" fmla="*/ 255206 w 563253"/>
                    <a:gd name="connsiteY27" fmla="*/ 200087 h 607569"/>
                    <a:gd name="connsiteX28" fmla="*/ 281174 w 563253"/>
                    <a:gd name="connsiteY28" fmla="*/ 233224 h 607569"/>
                    <a:gd name="connsiteX29" fmla="*/ 306989 w 563253"/>
                    <a:gd name="connsiteY29" fmla="*/ 200087 h 607569"/>
                    <a:gd name="connsiteX30" fmla="*/ 322355 w 563253"/>
                    <a:gd name="connsiteY30" fmla="*/ 195178 h 607569"/>
                    <a:gd name="connsiteX31" fmla="*/ 335724 w 563253"/>
                    <a:gd name="connsiteY31" fmla="*/ 199320 h 607569"/>
                    <a:gd name="connsiteX32" fmla="*/ 336185 w 563253"/>
                    <a:gd name="connsiteY32" fmla="*/ 199473 h 607569"/>
                    <a:gd name="connsiteX33" fmla="*/ 371527 w 563253"/>
                    <a:gd name="connsiteY33" fmla="*/ 248565 h 607569"/>
                    <a:gd name="connsiteX34" fmla="*/ 371527 w 563253"/>
                    <a:gd name="connsiteY34" fmla="*/ 330640 h 607569"/>
                    <a:gd name="connsiteX35" fmla="*/ 369222 w 563253"/>
                    <a:gd name="connsiteY35" fmla="*/ 338311 h 607569"/>
                    <a:gd name="connsiteX36" fmla="*/ 341256 w 563253"/>
                    <a:gd name="connsiteY36" fmla="*/ 380806 h 607569"/>
                    <a:gd name="connsiteX37" fmla="*/ 341256 w 563253"/>
                    <a:gd name="connsiteY37" fmla="*/ 491416 h 607569"/>
                    <a:gd name="connsiteX38" fmla="*/ 327119 w 563253"/>
                    <a:gd name="connsiteY38" fmla="*/ 505530 h 607569"/>
                    <a:gd name="connsiteX39" fmla="*/ 235076 w 563253"/>
                    <a:gd name="connsiteY39" fmla="*/ 505530 h 607569"/>
                    <a:gd name="connsiteX40" fmla="*/ 220939 w 563253"/>
                    <a:gd name="connsiteY40" fmla="*/ 491416 h 607569"/>
                    <a:gd name="connsiteX41" fmla="*/ 220939 w 563253"/>
                    <a:gd name="connsiteY41" fmla="*/ 380806 h 607569"/>
                    <a:gd name="connsiteX42" fmla="*/ 192973 w 563253"/>
                    <a:gd name="connsiteY42" fmla="*/ 338311 h 607569"/>
                    <a:gd name="connsiteX43" fmla="*/ 190668 w 563253"/>
                    <a:gd name="connsiteY43" fmla="*/ 330640 h 607569"/>
                    <a:gd name="connsiteX44" fmla="*/ 190668 w 563253"/>
                    <a:gd name="connsiteY44" fmla="*/ 248565 h 607569"/>
                    <a:gd name="connsiteX45" fmla="*/ 226164 w 563253"/>
                    <a:gd name="connsiteY45" fmla="*/ 199473 h 607569"/>
                    <a:gd name="connsiteX46" fmla="*/ 226471 w 563253"/>
                    <a:gd name="connsiteY46" fmla="*/ 199320 h 607569"/>
                    <a:gd name="connsiteX47" fmla="*/ 431719 w 563253"/>
                    <a:gd name="connsiteY47" fmla="*/ 108453 h 607569"/>
                    <a:gd name="connsiteX48" fmla="*/ 446778 w 563253"/>
                    <a:gd name="connsiteY48" fmla="*/ 113055 h 607569"/>
                    <a:gd name="connsiteX49" fmla="*/ 472900 w 563253"/>
                    <a:gd name="connsiteY49" fmla="*/ 144811 h 607569"/>
                    <a:gd name="connsiteX50" fmla="*/ 499023 w 563253"/>
                    <a:gd name="connsiteY50" fmla="*/ 113055 h 607569"/>
                    <a:gd name="connsiteX51" fmla="*/ 514081 w 563253"/>
                    <a:gd name="connsiteY51" fmla="*/ 108453 h 607569"/>
                    <a:gd name="connsiteX52" fmla="*/ 527604 w 563253"/>
                    <a:gd name="connsiteY52" fmla="*/ 112595 h 607569"/>
                    <a:gd name="connsiteX53" fmla="*/ 527911 w 563253"/>
                    <a:gd name="connsiteY53" fmla="*/ 112748 h 607569"/>
                    <a:gd name="connsiteX54" fmla="*/ 563253 w 563253"/>
                    <a:gd name="connsiteY54" fmla="*/ 161840 h 607569"/>
                    <a:gd name="connsiteX55" fmla="*/ 563253 w 563253"/>
                    <a:gd name="connsiteY55" fmla="*/ 243915 h 607569"/>
                    <a:gd name="connsiteX56" fmla="*/ 560948 w 563253"/>
                    <a:gd name="connsiteY56" fmla="*/ 251586 h 607569"/>
                    <a:gd name="connsiteX57" fmla="*/ 533135 w 563253"/>
                    <a:gd name="connsiteY57" fmla="*/ 294081 h 607569"/>
                    <a:gd name="connsiteX58" fmla="*/ 533135 w 563253"/>
                    <a:gd name="connsiteY58" fmla="*/ 404691 h 607569"/>
                    <a:gd name="connsiteX59" fmla="*/ 518845 w 563253"/>
                    <a:gd name="connsiteY59" fmla="*/ 418805 h 607569"/>
                    <a:gd name="connsiteX60" fmla="*/ 426802 w 563253"/>
                    <a:gd name="connsiteY60" fmla="*/ 418805 h 607569"/>
                    <a:gd name="connsiteX61" fmla="*/ 412665 w 563253"/>
                    <a:gd name="connsiteY61" fmla="*/ 404691 h 607569"/>
                    <a:gd name="connsiteX62" fmla="*/ 412665 w 563253"/>
                    <a:gd name="connsiteY62" fmla="*/ 294081 h 607569"/>
                    <a:gd name="connsiteX63" fmla="*/ 384853 w 563253"/>
                    <a:gd name="connsiteY63" fmla="*/ 251586 h 607569"/>
                    <a:gd name="connsiteX64" fmla="*/ 382394 w 563253"/>
                    <a:gd name="connsiteY64" fmla="*/ 243915 h 607569"/>
                    <a:gd name="connsiteX65" fmla="*/ 382394 w 563253"/>
                    <a:gd name="connsiteY65" fmla="*/ 161840 h 607569"/>
                    <a:gd name="connsiteX66" fmla="*/ 417890 w 563253"/>
                    <a:gd name="connsiteY66" fmla="*/ 112748 h 607569"/>
                    <a:gd name="connsiteX67" fmla="*/ 418197 w 563253"/>
                    <a:gd name="connsiteY67" fmla="*/ 112595 h 607569"/>
                    <a:gd name="connsiteX68" fmla="*/ 49172 w 563253"/>
                    <a:gd name="connsiteY68" fmla="*/ 108441 h 607569"/>
                    <a:gd name="connsiteX69" fmla="*/ 63769 w 563253"/>
                    <a:gd name="connsiteY69" fmla="*/ 112430 h 607569"/>
                    <a:gd name="connsiteX70" fmla="*/ 90353 w 563253"/>
                    <a:gd name="connsiteY70" fmla="*/ 141580 h 607569"/>
                    <a:gd name="connsiteX71" fmla="*/ 116936 w 563253"/>
                    <a:gd name="connsiteY71" fmla="*/ 112430 h 607569"/>
                    <a:gd name="connsiteX72" fmla="*/ 131534 w 563253"/>
                    <a:gd name="connsiteY72" fmla="*/ 108441 h 607569"/>
                    <a:gd name="connsiteX73" fmla="*/ 145056 w 563253"/>
                    <a:gd name="connsiteY73" fmla="*/ 112584 h 607569"/>
                    <a:gd name="connsiteX74" fmla="*/ 145363 w 563253"/>
                    <a:gd name="connsiteY74" fmla="*/ 112737 h 607569"/>
                    <a:gd name="connsiteX75" fmla="*/ 180859 w 563253"/>
                    <a:gd name="connsiteY75" fmla="*/ 161831 h 607569"/>
                    <a:gd name="connsiteX76" fmla="*/ 180859 w 563253"/>
                    <a:gd name="connsiteY76" fmla="*/ 243909 h 607569"/>
                    <a:gd name="connsiteX77" fmla="*/ 178400 w 563253"/>
                    <a:gd name="connsiteY77" fmla="*/ 251580 h 607569"/>
                    <a:gd name="connsiteX78" fmla="*/ 150588 w 563253"/>
                    <a:gd name="connsiteY78" fmla="*/ 294077 h 607569"/>
                    <a:gd name="connsiteX79" fmla="*/ 150588 w 563253"/>
                    <a:gd name="connsiteY79" fmla="*/ 404692 h 607569"/>
                    <a:gd name="connsiteX80" fmla="*/ 136451 w 563253"/>
                    <a:gd name="connsiteY80" fmla="*/ 418806 h 607569"/>
                    <a:gd name="connsiteX81" fmla="*/ 44408 w 563253"/>
                    <a:gd name="connsiteY81" fmla="*/ 418806 h 607569"/>
                    <a:gd name="connsiteX82" fmla="*/ 30118 w 563253"/>
                    <a:gd name="connsiteY82" fmla="*/ 404692 h 607569"/>
                    <a:gd name="connsiteX83" fmla="*/ 30118 w 563253"/>
                    <a:gd name="connsiteY83" fmla="*/ 294077 h 607569"/>
                    <a:gd name="connsiteX84" fmla="*/ 2305 w 563253"/>
                    <a:gd name="connsiteY84" fmla="*/ 251580 h 607569"/>
                    <a:gd name="connsiteX85" fmla="*/ 0 w 563253"/>
                    <a:gd name="connsiteY85" fmla="*/ 243909 h 607569"/>
                    <a:gd name="connsiteX86" fmla="*/ 0 w 563253"/>
                    <a:gd name="connsiteY86" fmla="*/ 161831 h 607569"/>
                    <a:gd name="connsiteX87" fmla="*/ 35342 w 563253"/>
                    <a:gd name="connsiteY87" fmla="*/ 112737 h 607569"/>
                    <a:gd name="connsiteX88" fmla="*/ 35649 w 563253"/>
                    <a:gd name="connsiteY88" fmla="*/ 112584 h 607569"/>
                    <a:gd name="connsiteX89" fmla="*/ 281097 w 563253"/>
                    <a:gd name="connsiteY89" fmla="*/ 86654 h 607569"/>
                    <a:gd name="connsiteX90" fmla="*/ 333421 w 563253"/>
                    <a:gd name="connsiteY90" fmla="*/ 138908 h 607569"/>
                    <a:gd name="connsiteX91" fmla="*/ 281097 w 563253"/>
                    <a:gd name="connsiteY91" fmla="*/ 191162 h 607569"/>
                    <a:gd name="connsiteX92" fmla="*/ 228773 w 563253"/>
                    <a:gd name="connsiteY92" fmla="*/ 138908 h 607569"/>
                    <a:gd name="connsiteX93" fmla="*/ 281097 w 563253"/>
                    <a:gd name="connsiteY93" fmla="*/ 86654 h 607569"/>
                    <a:gd name="connsiteX94" fmla="*/ 472930 w 563253"/>
                    <a:gd name="connsiteY94" fmla="*/ 0 h 607569"/>
                    <a:gd name="connsiteX95" fmla="*/ 525149 w 563253"/>
                    <a:gd name="connsiteY95" fmla="*/ 52254 h 607569"/>
                    <a:gd name="connsiteX96" fmla="*/ 472930 w 563253"/>
                    <a:gd name="connsiteY96" fmla="*/ 104508 h 607569"/>
                    <a:gd name="connsiteX97" fmla="*/ 420711 w 563253"/>
                    <a:gd name="connsiteY97" fmla="*/ 52254 h 607569"/>
                    <a:gd name="connsiteX98" fmla="*/ 472930 w 563253"/>
                    <a:gd name="connsiteY98" fmla="*/ 0 h 607569"/>
                    <a:gd name="connsiteX99" fmla="*/ 90359 w 563253"/>
                    <a:gd name="connsiteY99" fmla="*/ 0 h 607569"/>
                    <a:gd name="connsiteX100" fmla="*/ 142613 w 563253"/>
                    <a:gd name="connsiteY100" fmla="*/ 52254 h 607569"/>
                    <a:gd name="connsiteX101" fmla="*/ 90359 w 563253"/>
                    <a:gd name="connsiteY101" fmla="*/ 104508 h 607569"/>
                    <a:gd name="connsiteX102" fmla="*/ 38105 w 563253"/>
                    <a:gd name="connsiteY102" fmla="*/ 52254 h 607569"/>
                    <a:gd name="connsiteX103" fmla="*/ 90359 w 563253"/>
                    <a:gd name="connsiteY103" fmla="*/ 0 h 6075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</a:cxnLst>
                  <a:rect l="l" t="t" r="r" b="b"/>
                  <a:pathLst>
                    <a:path w="563253" h="607569">
                      <a:moveTo>
                        <a:pt x="281098" y="535097"/>
                      </a:moveTo>
                      <a:cubicBezTo>
                        <a:pt x="330340" y="535097"/>
                        <a:pt x="370258" y="551320"/>
                        <a:pt x="370258" y="571333"/>
                      </a:cubicBezTo>
                      <a:cubicBezTo>
                        <a:pt x="370258" y="591346"/>
                        <a:pt x="330340" y="607569"/>
                        <a:pt x="281098" y="607569"/>
                      </a:cubicBezTo>
                      <a:cubicBezTo>
                        <a:pt x="231856" y="607569"/>
                        <a:pt x="191938" y="591346"/>
                        <a:pt x="191938" y="571333"/>
                      </a:cubicBezTo>
                      <a:cubicBezTo>
                        <a:pt x="191938" y="551320"/>
                        <a:pt x="231856" y="535097"/>
                        <a:pt x="281098" y="535097"/>
                      </a:cubicBezTo>
                      <a:close/>
                      <a:moveTo>
                        <a:pt x="390234" y="521478"/>
                      </a:moveTo>
                      <a:cubicBezTo>
                        <a:pt x="393923" y="523626"/>
                        <a:pt x="398225" y="525775"/>
                        <a:pt x="402989" y="527616"/>
                      </a:cubicBezTo>
                      <a:cubicBezTo>
                        <a:pt x="414207" y="532220"/>
                        <a:pt x="427576" y="535596"/>
                        <a:pt x="442021" y="537591"/>
                      </a:cubicBezTo>
                      <a:lnTo>
                        <a:pt x="386546" y="560148"/>
                      </a:lnTo>
                      <a:cubicBezTo>
                        <a:pt x="383627" y="551708"/>
                        <a:pt x="376558" y="541887"/>
                        <a:pt x="360730" y="533447"/>
                      </a:cubicBezTo>
                      <a:close/>
                      <a:moveTo>
                        <a:pt x="173941" y="520843"/>
                      </a:moveTo>
                      <a:lnTo>
                        <a:pt x="202664" y="532824"/>
                      </a:lnTo>
                      <a:cubicBezTo>
                        <a:pt x="186690" y="541118"/>
                        <a:pt x="179317" y="550795"/>
                        <a:pt x="176091" y="559089"/>
                      </a:cubicBezTo>
                      <a:lnTo>
                        <a:pt x="123560" y="537278"/>
                      </a:lnTo>
                      <a:cubicBezTo>
                        <a:pt x="137077" y="535281"/>
                        <a:pt x="149672" y="532056"/>
                        <a:pt x="160270" y="527601"/>
                      </a:cubicBezTo>
                      <a:cubicBezTo>
                        <a:pt x="165493" y="525605"/>
                        <a:pt x="169947" y="523301"/>
                        <a:pt x="173941" y="520843"/>
                      </a:cubicBezTo>
                      <a:close/>
                      <a:moveTo>
                        <a:pt x="472929" y="449078"/>
                      </a:moveTo>
                      <a:cubicBezTo>
                        <a:pt x="522151" y="449078"/>
                        <a:pt x="562053" y="465285"/>
                        <a:pt x="562053" y="485278"/>
                      </a:cubicBezTo>
                      <a:cubicBezTo>
                        <a:pt x="562053" y="505271"/>
                        <a:pt x="522151" y="521478"/>
                        <a:pt x="472929" y="521478"/>
                      </a:cubicBezTo>
                      <a:cubicBezTo>
                        <a:pt x="423707" y="521478"/>
                        <a:pt x="383805" y="505271"/>
                        <a:pt x="383805" y="485278"/>
                      </a:cubicBezTo>
                      <a:cubicBezTo>
                        <a:pt x="383805" y="465285"/>
                        <a:pt x="423707" y="449078"/>
                        <a:pt x="472929" y="449078"/>
                      </a:cubicBezTo>
                      <a:close/>
                      <a:moveTo>
                        <a:pt x="90324" y="449078"/>
                      </a:moveTo>
                      <a:cubicBezTo>
                        <a:pt x="139546" y="449078"/>
                        <a:pt x="179448" y="465285"/>
                        <a:pt x="179448" y="485278"/>
                      </a:cubicBezTo>
                      <a:cubicBezTo>
                        <a:pt x="179448" y="505271"/>
                        <a:pt x="139546" y="521478"/>
                        <a:pt x="90324" y="521478"/>
                      </a:cubicBezTo>
                      <a:cubicBezTo>
                        <a:pt x="41102" y="521478"/>
                        <a:pt x="1200" y="505271"/>
                        <a:pt x="1200" y="485278"/>
                      </a:cubicBezTo>
                      <a:cubicBezTo>
                        <a:pt x="1200" y="465285"/>
                        <a:pt x="41102" y="449078"/>
                        <a:pt x="90324" y="449078"/>
                      </a:cubicBezTo>
                      <a:close/>
                      <a:moveTo>
                        <a:pt x="239840" y="195178"/>
                      </a:moveTo>
                      <a:cubicBezTo>
                        <a:pt x="245525" y="193490"/>
                        <a:pt x="251671" y="195331"/>
                        <a:pt x="255206" y="200087"/>
                      </a:cubicBezTo>
                      <a:lnTo>
                        <a:pt x="281174" y="233224"/>
                      </a:lnTo>
                      <a:lnTo>
                        <a:pt x="306989" y="200087"/>
                      </a:lnTo>
                      <a:cubicBezTo>
                        <a:pt x="310677" y="195331"/>
                        <a:pt x="316670" y="193490"/>
                        <a:pt x="322355" y="195178"/>
                      </a:cubicBezTo>
                      <a:lnTo>
                        <a:pt x="335724" y="199320"/>
                      </a:lnTo>
                      <a:cubicBezTo>
                        <a:pt x="335878" y="199320"/>
                        <a:pt x="336031" y="199320"/>
                        <a:pt x="336185" y="199473"/>
                      </a:cubicBezTo>
                      <a:cubicBezTo>
                        <a:pt x="357237" y="206530"/>
                        <a:pt x="371527" y="226167"/>
                        <a:pt x="371527" y="248565"/>
                      </a:cubicBezTo>
                      <a:lnTo>
                        <a:pt x="371527" y="330640"/>
                      </a:lnTo>
                      <a:cubicBezTo>
                        <a:pt x="371527" y="333402"/>
                        <a:pt x="370759" y="336010"/>
                        <a:pt x="369222" y="338311"/>
                      </a:cubicBezTo>
                      <a:lnTo>
                        <a:pt x="341256" y="380806"/>
                      </a:lnTo>
                      <a:lnTo>
                        <a:pt x="341256" y="491416"/>
                      </a:lnTo>
                      <a:cubicBezTo>
                        <a:pt x="341256" y="499240"/>
                        <a:pt x="334956" y="505530"/>
                        <a:pt x="327119" y="505530"/>
                      </a:cubicBezTo>
                      <a:lnTo>
                        <a:pt x="235076" y="505530"/>
                      </a:lnTo>
                      <a:cubicBezTo>
                        <a:pt x="227239" y="505530"/>
                        <a:pt x="220939" y="499240"/>
                        <a:pt x="220939" y="491416"/>
                      </a:cubicBezTo>
                      <a:lnTo>
                        <a:pt x="220939" y="380806"/>
                      </a:lnTo>
                      <a:lnTo>
                        <a:pt x="192973" y="338311"/>
                      </a:lnTo>
                      <a:cubicBezTo>
                        <a:pt x="191436" y="336010"/>
                        <a:pt x="190668" y="333402"/>
                        <a:pt x="190668" y="330640"/>
                      </a:cubicBezTo>
                      <a:lnTo>
                        <a:pt x="190668" y="248565"/>
                      </a:lnTo>
                      <a:cubicBezTo>
                        <a:pt x="190668" y="226167"/>
                        <a:pt x="204958" y="206530"/>
                        <a:pt x="226164" y="199473"/>
                      </a:cubicBezTo>
                      <a:cubicBezTo>
                        <a:pt x="226164" y="199320"/>
                        <a:pt x="226317" y="199320"/>
                        <a:pt x="226471" y="199320"/>
                      </a:cubicBezTo>
                      <a:close/>
                      <a:moveTo>
                        <a:pt x="431719" y="108453"/>
                      </a:moveTo>
                      <a:cubicBezTo>
                        <a:pt x="437251" y="106765"/>
                        <a:pt x="443090" y="108606"/>
                        <a:pt x="446778" y="113055"/>
                      </a:cubicBezTo>
                      <a:lnTo>
                        <a:pt x="472900" y="144811"/>
                      </a:lnTo>
                      <a:lnTo>
                        <a:pt x="499023" y="113055"/>
                      </a:lnTo>
                      <a:cubicBezTo>
                        <a:pt x="502557" y="108606"/>
                        <a:pt x="508550" y="106765"/>
                        <a:pt x="514081" y="108453"/>
                      </a:cubicBezTo>
                      <a:lnTo>
                        <a:pt x="527604" y="112595"/>
                      </a:lnTo>
                      <a:cubicBezTo>
                        <a:pt x="527604" y="112595"/>
                        <a:pt x="527757" y="112595"/>
                        <a:pt x="527911" y="112748"/>
                      </a:cubicBezTo>
                      <a:cubicBezTo>
                        <a:pt x="549116" y="119805"/>
                        <a:pt x="563253" y="139442"/>
                        <a:pt x="563253" y="161840"/>
                      </a:cubicBezTo>
                      <a:lnTo>
                        <a:pt x="563253" y="243915"/>
                      </a:lnTo>
                      <a:cubicBezTo>
                        <a:pt x="563253" y="246677"/>
                        <a:pt x="562485" y="249285"/>
                        <a:pt x="560948" y="251586"/>
                      </a:cubicBezTo>
                      <a:lnTo>
                        <a:pt x="533135" y="294081"/>
                      </a:lnTo>
                      <a:lnTo>
                        <a:pt x="533135" y="404691"/>
                      </a:lnTo>
                      <a:cubicBezTo>
                        <a:pt x="533135" y="412515"/>
                        <a:pt x="526682" y="418805"/>
                        <a:pt x="518845" y="418805"/>
                      </a:cubicBezTo>
                      <a:lnTo>
                        <a:pt x="426802" y="418805"/>
                      </a:lnTo>
                      <a:cubicBezTo>
                        <a:pt x="419119" y="418805"/>
                        <a:pt x="412665" y="412515"/>
                        <a:pt x="412665" y="404691"/>
                      </a:cubicBezTo>
                      <a:lnTo>
                        <a:pt x="412665" y="294081"/>
                      </a:lnTo>
                      <a:lnTo>
                        <a:pt x="384853" y="251586"/>
                      </a:lnTo>
                      <a:cubicBezTo>
                        <a:pt x="383316" y="249285"/>
                        <a:pt x="382394" y="246677"/>
                        <a:pt x="382394" y="243915"/>
                      </a:cubicBezTo>
                      <a:lnTo>
                        <a:pt x="382394" y="161840"/>
                      </a:lnTo>
                      <a:cubicBezTo>
                        <a:pt x="382394" y="139442"/>
                        <a:pt x="396684" y="119805"/>
                        <a:pt x="417890" y="112748"/>
                      </a:cubicBezTo>
                      <a:cubicBezTo>
                        <a:pt x="418043" y="112595"/>
                        <a:pt x="418043" y="112595"/>
                        <a:pt x="418197" y="112595"/>
                      </a:cubicBezTo>
                      <a:close/>
                      <a:moveTo>
                        <a:pt x="49172" y="108441"/>
                      </a:moveTo>
                      <a:cubicBezTo>
                        <a:pt x="54396" y="106907"/>
                        <a:pt x="60081" y="108441"/>
                        <a:pt x="63769" y="112430"/>
                      </a:cubicBezTo>
                      <a:lnTo>
                        <a:pt x="90353" y="141580"/>
                      </a:lnTo>
                      <a:lnTo>
                        <a:pt x="116936" y="112430"/>
                      </a:lnTo>
                      <a:cubicBezTo>
                        <a:pt x="120624" y="108441"/>
                        <a:pt x="126309" y="106907"/>
                        <a:pt x="131534" y="108441"/>
                      </a:cubicBezTo>
                      <a:lnTo>
                        <a:pt x="145056" y="112584"/>
                      </a:lnTo>
                      <a:cubicBezTo>
                        <a:pt x="145210" y="112584"/>
                        <a:pt x="145210" y="112584"/>
                        <a:pt x="145363" y="112737"/>
                      </a:cubicBezTo>
                      <a:cubicBezTo>
                        <a:pt x="166569" y="119794"/>
                        <a:pt x="180859" y="139432"/>
                        <a:pt x="180859" y="161831"/>
                      </a:cubicBezTo>
                      <a:lnTo>
                        <a:pt x="180859" y="243909"/>
                      </a:lnTo>
                      <a:cubicBezTo>
                        <a:pt x="180859" y="246671"/>
                        <a:pt x="179937" y="249279"/>
                        <a:pt x="178400" y="251580"/>
                      </a:cubicBezTo>
                      <a:lnTo>
                        <a:pt x="150588" y="294077"/>
                      </a:lnTo>
                      <a:lnTo>
                        <a:pt x="150588" y="404692"/>
                      </a:lnTo>
                      <a:cubicBezTo>
                        <a:pt x="150588" y="412516"/>
                        <a:pt x="144288" y="418806"/>
                        <a:pt x="136451" y="418806"/>
                      </a:cubicBezTo>
                      <a:lnTo>
                        <a:pt x="44408" y="418806"/>
                      </a:lnTo>
                      <a:cubicBezTo>
                        <a:pt x="36571" y="418806"/>
                        <a:pt x="30118" y="412516"/>
                        <a:pt x="30118" y="404692"/>
                      </a:cubicBezTo>
                      <a:lnTo>
                        <a:pt x="30118" y="294077"/>
                      </a:lnTo>
                      <a:lnTo>
                        <a:pt x="2305" y="251580"/>
                      </a:lnTo>
                      <a:cubicBezTo>
                        <a:pt x="768" y="249279"/>
                        <a:pt x="0" y="246671"/>
                        <a:pt x="0" y="243909"/>
                      </a:cubicBezTo>
                      <a:lnTo>
                        <a:pt x="0" y="161831"/>
                      </a:lnTo>
                      <a:cubicBezTo>
                        <a:pt x="0" y="139432"/>
                        <a:pt x="14137" y="119794"/>
                        <a:pt x="35342" y="112737"/>
                      </a:cubicBezTo>
                      <a:cubicBezTo>
                        <a:pt x="35496" y="112584"/>
                        <a:pt x="35649" y="112584"/>
                        <a:pt x="35649" y="112584"/>
                      </a:cubicBezTo>
                      <a:close/>
                      <a:moveTo>
                        <a:pt x="281097" y="86654"/>
                      </a:moveTo>
                      <a:cubicBezTo>
                        <a:pt x="309995" y="86654"/>
                        <a:pt x="333421" y="110049"/>
                        <a:pt x="333421" y="138908"/>
                      </a:cubicBezTo>
                      <a:cubicBezTo>
                        <a:pt x="333421" y="167767"/>
                        <a:pt x="309995" y="191162"/>
                        <a:pt x="281097" y="191162"/>
                      </a:cubicBezTo>
                      <a:cubicBezTo>
                        <a:pt x="252199" y="191162"/>
                        <a:pt x="228773" y="167767"/>
                        <a:pt x="228773" y="138908"/>
                      </a:cubicBezTo>
                      <a:cubicBezTo>
                        <a:pt x="228773" y="110049"/>
                        <a:pt x="252199" y="86654"/>
                        <a:pt x="281097" y="86654"/>
                      </a:cubicBezTo>
                      <a:close/>
                      <a:moveTo>
                        <a:pt x="472930" y="0"/>
                      </a:moveTo>
                      <a:cubicBezTo>
                        <a:pt x="501770" y="0"/>
                        <a:pt x="525149" y="23395"/>
                        <a:pt x="525149" y="52254"/>
                      </a:cubicBezTo>
                      <a:cubicBezTo>
                        <a:pt x="525149" y="81113"/>
                        <a:pt x="501770" y="104508"/>
                        <a:pt x="472930" y="104508"/>
                      </a:cubicBezTo>
                      <a:cubicBezTo>
                        <a:pt x="444090" y="104508"/>
                        <a:pt x="420711" y="81113"/>
                        <a:pt x="420711" y="52254"/>
                      </a:cubicBezTo>
                      <a:cubicBezTo>
                        <a:pt x="420711" y="23395"/>
                        <a:pt x="444090" y="0"/>
                        <a:pt x="472930" y="0"/>
                      </a:cubicBezTo>
                      <a:close/>
                      <a:moveTo>
                        <a:pt x="90359" y="0"/>
                      </a:moveTo>
                      <a:cubicBezTo>
                        <a:pt x="119218" y="0"/>
                        <a:pt x="142613" y="23395"/>
                        <a:pt x="142613" y="52254"/>
                      </a:cubicBezTo>
                      <a:cubicBezTo>
                        <a:pt x="142613" y="81113"/>
                        <a:pt x="119218" y="104508"/>
                        <a:pt x="90359" y="104508"/>
                      </a:cubicBezTo>
                      <a:cubicBezTo>
                        <a:pt x="61500" y="104508"/>
                        <a:pt x="38105" y="81113"/>
                        <a:pt x="38105" y="52254"/>
                      </a:cubicBezTo>
                      <a:cubicBezTo>
                        <a:pt x="38105" y="23395"/>
                        <a:pt x="61500" y="0"/>
                        <a:pt x="90359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noFill/>
                  <a:round/>
                </a:ln>
              </p:spPr>
              <p:txBody>
                <a:bodyPr vert="horz" wrap="square" lIns="51837" tIns="25917" rIns="51837" bIns="25917" numCol="1" rtlCol="0" anchor="t" anchorCtr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02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49" name="iśļíḍe"/>
                <p:cNvSpPr/>
                <p:nvPr/>
              </p:nvSpPr>
              <p:spPr bwMode="auto">
                <a:xfrm>
                  <a:off x="5975722" y="2401294"/>
                  <a:ext cx="227854" cy="227506"/>
                </a:xfrm>
                <a:custGeom>
                  <a:avLst/>
                  <a:gdLst>
                    <a:gd name="connsiteX0" fmla="*/ 146058 w 607639"/>
                    <a:gd name="connsiteY0" fmla="*/ 370925 h 606713"/>
                    <a:gd name="connsiteX1" fmla="*/ 176497 w 607639"/>
                    <a:gd name="connsiteY1" fmla="*/ 389678 h 606713"/>
                    <a:gd name="connsiteX2" fmla="*/ 157717 w 607639"/>
                    <a:gd name="connsiteY2" fmla="*/ 420074 h 606713"/>
                    <a:gd name="connsiteX3" fmla="*/ 50644 w 607639"/>
                    <a:gd name="connsiteY3" fmla="*/ 480332 h 606713"/>
                    <a:gd name="connsiteX4" fmla="*/ 303775 w 607639"/>
                    <a:gd name="connsiteY4" fmla="*/ 556143 h 606713"/>
                    <a:gd name="connsiteX5" fmla="*/ 556995 w 607639"/>
                    <a:gd name="connsiteY5" fmla="*/ 480332 h 606713"/>
                    <a:gd name="connsiteX6" fmla="*/ 449833 w 607639"/>
                    <a:gd name="connsiteY6" fmla="*/ 420074 h 606713"/>
                    <a:gd name="connsiteX7" fmla="*/ 431053 w 607639"/>
                    <a:gd name="connsiteY7" fmla="*/ 389678 h 606713"/>
                    <a:gd name="connsiteX8" fmla="*/ 461492 w 607639"/>
                    <a:gd name="connsiteY8" fmla="*/ 370925 h 606713"/>
                    <a:gd name="connsiteX9" fmla="*/ 607639 w 607639"/>
                    <a:gd name="connsiteY9" fmla="*/ 480332 h 606713"/>
                    <a:gd name="connsiteX10" fmla="*/ 303775 w 607639"/>
                    <a:gd name="connsiteY10" fmla="*/ 606713 h 606713"/>
                    <a:gd name="connsiteX11" fmla="*/ 0 w 607639"/>
                    <a:gd name="connsiteY11" fmla="*/ 480332 h 606713"/>
                    <a:gd name="connsiteX12" fmla="*/ 146058 w 607639"/>
                    <a:gd name="connsiteY12" fmla="*/ 370925 h 606713"/>
                    <a:gd name="connsiteX13" fmla="*/ 303820 w 607639"/>
                    <a:gd name="connsiteY13" fmla="*/ 151707 h 606713"/>
                    <a:gd name="connsiteX14" fmla="*/ 329118 w 607639"/>
                    <a:gd name="connsiteY14" fmla="*/ 176970 h 606713"/>
                    <a:gd name="connsiteX15" fmla="*/ 303820 w 607639"/>
                    <a:gd name="connsiteY15" fmla="*/ 202233 h 606713"/>
                    <a:gd name="connsiteX16" fmla="*/ 278522 w 607639"/>
                    <a:gd name="connsiteY16" fmla="*/ 176970 h 606713"/>
                    <a:gd name="connsiteX17" fmla="*/ 303820 w 607639"/>
                    <a:gd name="connsiteY17" fmla="*/ 151707 h 606713"/>
                    <a:gd name="connsiteX18" fmla="*/ 303849 w 607639"/>
                    <a:gd name="connsiteY18" fmla="*/ 101116 h 606713"/>
                    <a:gd name="connsiteX19" fmla="*/ 227845 w 607639"/>
                    <a:gd name="connsiteY19" fmla="*/ 176928 h 606713"/>
                    <a:gd name="connsiteX20" fmla="*/ 303849 w 607639"/>
                    <a:gd name="connsiteY20" fmla="*/ 252828 h 606713"/>
                    <a:gd name="connsiteX21" fmla="*/ 379765 w 607639"/>
                    <a:gd name="connsiteY21" fmla="*/ 176928 h 606713"/>
                    <a:gd name="connsiteX22" fmla="*/ 303849 w 607639"/>
                    <a:gd name="connsiteY22" fmla="*/ 101116 h 606713"/>
                    <a:gd name="connsiteX23" fmla="*/ 320773 w 607639"/>
                    <a:gd name="connsiteY23" fmla="*/ 813 h 606713"/>
                    <a:gd name="connsiteX24" fmla="*/ 421772 w 607639"/>
                    <a:gd name="connsiteY24" fmla="*/ 44857 h 606713"/>
                    <a:gd name="connsiteX25" fmla="*/ 481045 w 607639"/>
                    <a:gd name="connsiteY25" fmla="*/ 176928 h 606713"/>
                    <a:gd name="connsiteX26" fmla="*/ 453723 w 607639"/>
                    <a:gd name="connsiteY26" fmla="*/ 271226 h 606713"/>
                    <a:gd name="connsiteX27" fmla="*/ 439305 w 607639"/>
                    <a:gd name="connsiteY27" fmla="*/ 293889 h 606713"/>
                    <a:gd name="connsiteX28" fmla="*/ 348260 w 607639"/>
                    <a:gd name="connsiteY28" fmla="*/ 448001 h 606713"/>
                    <a:gd name="connsiteX29" fmla="*/ 326455 w 607639"/>
                    <a:gd name="connsiteY29" fmla="*/ 491639 h 606713"/>
                    <a:gd name="connsiteX30" fmla="*/ 303849 w 607639"/>
                    <a:gd name="connsiteY30" fmla="*/ 505593 h 606713"/>
                    <a:gd name="connsiteX31" fmla="*/ 281155 w 607639"/>
                    <a:gd name="connsiteY31" fmla="*/ 491639 h 606713"/>
                    <a:gd name="connsiteX32" fmla="*/ 270831 w 607639"/>
                    <a:gd name="connsiteY32" fmla="*/ 471020 h 606713"/>
                    <a:gd name="connsiteX33" fmla="*/ 161007 w 607639"/>
                    <a:gd name="connsiteY33" fmla="*/ 281624 h 606713"/>
                    <a:gd name="connsiteX34" fmla="*/ 128345 w 607639"/>
                    <a:gd name="connsiteY34" fmla="*/ 151776 h 606713"/>
                    <a:gd name="connsiteX35" fmla="*/ 283113 w 607639"/>
                    <a:gd name="connsiteY35" fmla="*/ 1219 h 606713"/>
                    <a:gd name="connsiteX36" fmla="*/ 320773 w 607639"/>
                    <a:gd name="connsiteY36" fmla="*/ 813 h 606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606713">
                      <a:moveTo>
                        <a:pt x="146058" y="370925"/>
                      </a:moveTo>
                      <a:cubicBezTo>
                        <a:pt x="159675" y="367637"/>
                        <a:pt x="173293" y="376080"/>
                        <a:pt x="176497" y="389678"/>
                      </a:cubicBezTo>
                      <a:cubicBezTo>
                        <a:pt x="179791" y="403276"/>
                        <a:pt x="171335" y="416874"/>
                        <a:pt x="157717" y="420074"/>
                      </a:cubicBezTo>
                      <a:cubicBezTo>
                        <a:pt x="79215" y="438738"/>
                        <a:pt x="50644" y="466289"/>
                        <a:pt x="50644" y="480332"/>
                      </a:cubicBezTo>
                      <a:cubicBezTo>
                        <a:pt x="50644" y="510460"/>
                        <a:pt x="151665" y="556143"/>
                        <a:pt x="303775" y="556143"/>
                      </a:cubicBezTo>
                      <a:cubicBezTo>
                        <a:pt x="455974" y="556143"/>
                        <a:pt x="556995" y="510460"/>
                        <a:pt x="556995" y="480332"/>
                      </a:cubicBezTo>
                      <a:cubicBezTo>
                        <a:pt x="556995" y="466289"/>
                        <a:pt x="528513" y="438738"/>
                        <a:pt x="449833" y="420074"/>
                      </a:cubicBezTo>
                      <a:cubicBezTo>
                        <a:pt x="436215" y="416874"/>
                        <a:pt x="427848" y="403276"/>
                        <a:pt x="431053" y="389678"/>
                      </a:cubicBezTo>
                      <a:cubicBezTo>
                        <a:pt x="434257" y="376080"/>
                        <a:pt x="447964" y="367637"/>
                        <a:pt x="461492" y="370925"/>
                      </a:cubicBezTo>
                      <a:cubicBezTo>
                        <a:pt x="555749" y="393233"/>
                        <a:pt x="607639" y="432072"/>
                        <a:pt x="607639" y="480332"/>
                      </a:cubicBezTo>
                      <a:cubicBezTo>
                        <a:pt x="607639" y="563253"/>
                        <a:pt x="454817" y="606713"/>
                        <a:pt x="303775" y="606713"/>
                      </a:cubicBezTo>
                      <a:cubicBezTo>
                        <a:pt x="152911" y="606713"/>
                        <a:pt x="0" y="563253"/>
                        <a:pt x="0" y="480332"/>
                      </a:cubicBezTo>
                      <a:cubicBezTo>
                        <a:pt x="0" y="432072"/>
                        <a:pt x="51890" y="393233"/>
                        <a:pt x="146058" y="370925"/>
                      </a:cubicBezTo>
                      <a:close/>
                      <a:moveTo>
                        <a:pt x="303820" y="151707"/>
                      </a:moveTo>
                      <a:cubicBezTo>
                        <a:pt x="317792" y="151707"/>
                        <a:pt x="329118" y="163018"/>
                        <a:pt x="329118" y="176970"/>
                      </a:cubicBezTo>
                      <a:cubicBezTo>
                        <a:pt x="329118" y="190922"/>
                        <a:pt x="317792" y="202233"/>
                        <a:pt x="303820" y="202233"/>
                      </a:cubicBezTo>
                      <a:cubicBezTo>
                        <a:pt x="289848" y="202233"/>
                        <a:pt x="278522" y="190922"/>
                        <a:pt x="278522" y="176970"/>
                      </a:cubicBezTo>
                      <a:cubicBezTo>
                        <a:pt x="278522" y="163018"/>
                        <a:pt x="289848" y="151707"/>
                        <a:pt x="303820" y="151707"/>
                      </a:cubicBezTo>
                      <a:close/>
                      <a:moveTo>
                        <a:pt x="303849" y="101116"/>
                      </a:moveTo>
                      <a:cubicBezTo>
                        <a:pt x="261931" y="101116"/>
                        <a:pt x="227845" y="135156"/>
                        <a:pt x="227845" y="176928"/>
                      </a:cubicBezTo>
                      <a:cubicBezTo>
                        <a:pt x="227845" y="218788"/>
                        <a:pt x="261931" y="252828"/>
                        <a:pt x="303849" y="252828"/>
                      </a:cubicBezTo>
                      <a:cubicBezTo>
                        <a:pt x="345679" y="252828"/>
                        <a:pt x="379765" y="218788"/>
                        <a:pt x="379765" y="176928"/>
                      </a:cubicBezTo>
                      <a:cubicBezTo>
                        <a:pt x="379765" y="135156"/>
                        <a:pt x="345679" y="101116"/>
                        <a:pt x="303849" y="101116"/>
                      </a:cubicBezTo>
                      <a:close/>
                      <a:moveTo>
                        <a:pt x="320773" y="813"/>
                      </a:moveTo>
                      <a:cubicBezTo>
                        <a:pt x="358044" y="4396"/>
                        <a:pt x="393538" y="19728"/>
                        <a:pt x="421772" y="44857"/>
                      </a:cubicBezTo>
                      <a:cubicBezTo>
                        <a:pt x="459418" y="78452"/>
                        <a:pt x="481045" y="126623"/>
                        <a:pt x="481045" y="176928"/>
                      </a:cubicBezTo>
                      <a:cubicBezTo>
                        <a:pt x="481045" y="210434"/>
                        <a:pt x="471611" y="242963"/>
                        <a:pt x="453723" y="271226"/>
                      </a:cubicBezTo>
                      <a:lnTo>
                        <a:pt x="439305" y="293889"/>
                      </a:lnTo>
                      <a:cubicBezTo>
                        <a:pt x="407621" y="343571"/>
                        <a:pt x="374870" y="394942"/>
                        <a:pt x="348260" y="448001"/>
                      </a:cubicBezTo>
                      <a:lnTo>
                        <a:pt x="326455" y="491639"/>
                      </a:lnTo>
                      <a:cubicBezTo>
                        <a:pt x="322183" y="500172"/>
                        <a:pt x="313372" y="505593"/>
                        <a:pt x="303849" y="505593"/>
                      </a:cubicBezTo>
                      <a:cubicBezTo>
                        <a:pt x="294238" y="505593"/>
                        <a:pt x="285427" y="500172"/>
                        <a:pt x="281155" y="491639"/>
                      </a:cubicBezTo>
                      <a:lnTo>
                        <a:pt x="270831" y="471020"/>
                      </a:lnTo>
                      <a:cubicBezTo>
                        <a:pt x="237457" y="404363"/>
                        <a:pt x="203993" y="339749"/>
                        <a:pt x="161007" y="281624"/>
                      </a:cubicBezTo>
                      <a:cubicBezTo>
                        <a:pt x="133507" y="244296"/>
                        <a:pt x="121937" y="198258"/>
                        <a:pt x="128345" y="151776"/>
                      </a:cubicBezTo>
                      <a:cubicBezTo>
                        <a:pt x="139292" y="73475"/>
                        <a:pt x="204349" y="10106"/>
                        <a:pt x="283113" y="1219"/>
                      </a:cubicBezTo>
                      <a:cubicBezTo>
                        <a:pt x="295729" y="-270"/>
                        <a:pt x="308350" y="-381"/>
                        <a:pt x="320773" y="8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51837" tIns="25917" rIns="51837" bIns="25917" numCol="1" anchor="ctr" anchorCtr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50" name="ísļiḍé"/>
                <p:cNvSpPr/>
                <p:nvPr/>
              </p:nvSpPr>
              <p:spPr bwMode="auto">
                <a:xfrm>
                  <a:off x="7111451" y="2916238"/>
                  <a:ext cx="227854" cy="227506"/>
                </a:xfrm>
                <a:custGeom>
                  <a:avLst/>
                  <a:gdLst>
                    <a:gd name="connsiteX0" fmla="*/ 146058 w 607639"/>
                    <a:gd name="connsiteY0" fmla="*/ 370925 h 606713"/>
                    <a:gd name="connsiteX1" fmla="*/ 176497 w 607639"/>
                    <a:gd name="connsiteY1" fmla="*/ 389678 h 606713"/>
                    <a:gd name="connsiteX2" fmla="*/ 157717 w 607639"/>
                    <a:gd name="connsiteY2" fmla="*/ 420074 h 606713"/>
                    <a:gd name="connsiteX3" fmla="*/ 50644 w 607639"/>
                    <a:gd name="connsiteY3" fmla="*/ 480332 h 606713"/>
                    <a:gd name="connsiteX4" fmla="*/ 303775 w 607639"/>
                    <a:gd name="connsiteY4" fmla="*/ 556143 h 606713"/>
                    <a:gd name="connsiteX5" fmla="*/ 556995 w 607639"/>
                    <a:gd name="connsiteY5" fmla="*/ 480332 h 606713"/>
                    <a:gd name="connsiteX6" fmla="*/ 449833 w 607639"/>
                    <a:gd name="connsiteY6" fmla="*/ 420074 h 606713"/>
                    <a:gd name="connsiteX7" fmla="*/ 431053 w 607639"/>
                    <a:gd name="connsiteY7" fmla="*/ 389678 h 606713"/>
                    <a:gd name="connsiteX8" fmla="*/ 461492 w 607639"/>
                    <a:gd name="connsiteY8" fmla="*/ 370925 h 606713"/>
                    <a:gd name="connsiteX9" fmla="*/ 607639 w 607639"/>
                    <a:gd name="connsiteY9" fmla="*/ 480332 h 606713"/>
                    <a:gd name="connsiteX10" fmla="*/ 303775 w 607639"/>
                    <a:gd name="connsiteY10" fmla="*/ 606713 h 606713"/>
                    <a:gd name="connsiteX11" fmla="*/ 0 w 607639"/>
                    <a:gd name="connsiteY11" fmla="*/ 480332 h 606713"/>
                    <a:gd name="connsiteX12" fmla="*/ 146058 w 607639"/>
                    <a:gd name="connsiteY12" fmla="*/ 370925 h 606713"/>
                    <a:gd name="connsiteX13" fmla="*/ 303820 w 607639"/>
                    <a:gd name="connsiteY13" fmla="*/ 151707 h 606713"/>
                    <a:gd name="connsiteX14" fmla="*/ 329118 w 607639"/>
                    <a:gd name="connsiteY14" fmla="*/ 176970 h 606713"/>
                    <a:gd name="connsiteX15" fmla="*/ 303820 w 607639"/>
                    <a:gd name="connsiteY15" fmla="*/ 202233 h 606713"/>
                    <a:gd name="connsiteX16" fmla="*/ 278522 w 607639"/>
                    <a:gd name="connsiteY16" fmla="*/ 176970 h 606713"/>
                    <a:gd name="connsiteX17" fmla="*/ 303820 w 607639"/>
                    <a:gd name="connsiteY17" fmla="*/ 151707 h 606713"/>
                    <a:gd name="connsiteX18" fmla="*/ 303849 w 607639"/>
                    <a:gd name="connsiteY18" fmla="*/ 101116 h 606713"/>
                    <a:gd name="connsiteX19" fmla="*/ 227845 w 607639"/>
                    <a:gd name="connsiteY19" fmla="*/ 176928 h 606713"/>
                    <a:gd name="connsiteX20" fmla="*/ 303849 w 607639"/>
                    <a:gd name="connsiteY20" fmla="*/ 252828 h 606713"/>
                    <a:gd name="connsiteX21" fmla="*/ 379765 w 607639"/>
                    <a:gd name="connsiteY21" fmla="*/ 176928 h 606713"/>
                    <a:gd name="connsiteX22" fmla="*/ 303849 w 607639"/>
                    <a:gd name="connsiteY22" fmla="*/ 101116 h 606713"/>
                    <a:gd name="connsiteX23" fmla="*/ 320773 w 607639"/>
                    <a:gd name="connsiteY23" fmla="*/ 813 h 606713"/>
                    <a:gd name="connsiteX24" fmla="*/ 421772 w 607639"/>
                    <a:gd name="connsiteY24" fmla="*/ 44857 h 606713"/>
                    <a:gd name="connsiteX25" fmla="*/ 481045 w 607639"/>
                    <a:gd name="connsiteY25" fmla="*/ 176928 h 606713"/>
                    <a:gd name="connsiteX26" fmla="*/ 453723 w 607639"/>
                    <a:gd name="connsiteY26" fmla="*/ 271226 h 606713"/>
                    <a:gd name="connsiteX27" fmla="*/ 439305 w 607639"/>
                    <a:gd name="connsiteY27" fmla="*/ 293889 h 606713"/>
                    <a:gd name="connsiteX28" fmla="*/ 348260 w 607639"/>
                    <a:gd name="connsiteY28" fmla="*/ 448001 h 606713"/>
                    <a:gd name="connsiteX29" fmla="*/ 326455 w 607639"/>
                    <a:gd name="connsiteY29" fmla="*/ 491639 h 606713"/>
                    <a:gd name="connsiteX30" fmla="*/ 303849 w 607639"/>
                    <a:gd name="connsiteY30" fmla="*/ 505593 h 606713"/>
                    <a:gd name="connsiteX31" fmla="*/ 281155 w 607639"/>
                    <a:gd name="connsiteY31" fmla="*/ 491639 h 606713"/>
                    <a:gd name="connsiteX32" fmla="*/ 270831 w 607639"/>
                    <a:gd name="connsiteY32" fmla="*/ 471020 h 606713"/>
                    <a:gd name="connsiteX33" fmla="*/ 161007 w 607639"/>
                    <a:gd name="connsiteY33" fmla="*/ 281624 h 606713"/>
                    <a:gd name="connsiteX34" fmla="*/ 128345 w 607639"/>
                    <a:gd name="connsiteY34" fmla="*/ 151776 h 606713"/>
                    <a:gd name="connsiteX35" fmla="*/ 283113 w 607639"/>
                    <a:gd name="connsiteY35" fmla="*/ 1219 h 606713"/>
                    <a:gd name="connsiteX36" fmla="*/ 320773 w 607639"/>
                    <a:gd name="connsiteY36" fmla="*/ 813 h 606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606713">
                      <a:moveTo>
                        <a:pt x="146058" y="370925"/>
                      </a:moveTo>
                      <a:cubicBezTo>
                        <a:pt x="159675" y="367637"/>
                        <a:pt x="173293" y="376080"/>
                        <a:pt x="176497" y="389678"/>
                      </a:cubicBezTo>
                      <a:cubicBezTo>
                        <a:pt x="179791" y="403276"/>
                        <a:pt x="171335" y="416874"/>
                        <a:pt x="157717" y="420074"/>
                      </a:cubicBezTo>
                      <a:cubicBezTo>
                        <a:pt x="79215" y="438738"/>
                        <a:pt x="50644" y="466289"/>
                        <a:pt x="50644" y="480332"/>
                      </a:cubicBezTo>
                      <a:cubicBezTo>
                        <a:pt x="50644" y="510460"/>
                        <a:pt x="151665" y="556143"/>
                        <a:pt x="303775" y="556143"/>
                      </a:cubicBezTo>
                      <a:cubicBezTo>
                        <a:pt x="455974" y="556143"/>
                        <a:pt x="556995" y="510460"/>
                        <a:pt x="556995" y="480332"/>
                      </a:cubicBezTo>
                      <a:cubicBezTo>
                        <a:pt x="556995" y="466289"/>
                        <a:pt x="528513" y="438738"/>
                        <a:pt x="449833" y="420074"/>
                      </a:cubicBezTo>
                      <a:cubicBezTo>
                        <a:pt x="436215" y="416874"/>
                        <a:pt x="427848" y="403276"/>
                        <a:pt x="431053" y="389678"/>
                      </a:cubicBezTo>
                      <a:cubicBezTo>
                        <a:pt x="434257" y="376080"/>
                        <a:pt x="447964" y="367637"/>
                        <a:pt x="461492" y="370925"/>
                      </a:cubicBezTo>
                      <a:cubicBezTo>
                        <a:pt x="555749" y="393233"/>
                        <a:pt x="607639" y="432072"/>
                        <a:pt x="607639" y="480332"/>
                      </a:cubicBezTo>
                      <a:cubicBezTo>
                        <a:pt x="607639" y="563253"/>
                        <a:pt x="454817" y="606713"/>
                        <a:pt x="303775" y="606713"/>
                      </a:cubicBezTo>
                      <a:cubicBezTo>
                        <a:pt x="152911" y="606713"/>
                        <a:pt x="0" y="563253"/>
                        <a:pt x="0" y="480332"/>
                      </a:cubicBezTo>
                      <a:cubicBezTo>
                        <a:pt x="0" y="432072"/>
                        <a:pt x="51890" y="393233"/>
                        <a:pt x="146058" y="370925"/>
                      </a:cubicBezTo>
                      <a:close/>
                      <a:moveTo>
                        <a:pt x="303820" y="151707"/>
                      </a:moveTo>
                      <a:cubicBezTo>
                        <a:pt x="317792" y="151707"/>
                        <a:pt x="329118" y="163018"/>
                        <a:pt x="329118" y="176970"/>
                      </a:cubicBezTo>
                      <a:cubicBezTo>
                        <a:pt x="329118" y="190922"/>
                        <a:pt x="317792" y="202233"/>
                        <a:pt x="303820" y="202233"/>
                      </a:cubicBezTo>
                      <a:cubicBezTo>
                        <a:pt x="289848" y="202233"/>
                        <a:pt x="278522" y="190922"/>
                        <a:pt x="278522" y="176970"/>
                      </a:cubicBezTo>
                      <a:cubicBezTo>
                        <a:pt x="278522" y="163018"/>
                        <a:pt x="289848" y="151707"/>
                        <a:pt x="303820" y="151707"/>
                      </a:cubicBezTo>
                      <a:close/>
                      <a:moveTo>
                        <a:pt x="303849" y="101116"/>
                      </a:moveTo>
                      <a:cubicBezTo>
                        <a:pt x="261931" y="101116"/>
                        <a:pt x="227845" y="135156"/>
                        <a:pt x="227845" y="176928"/>
                      </a:cubicBezTo>
                      <a:cubicBezTo>
                        <a:pt x="227845" y="218788"/>
                        <a:pt x="261931" y="252828"/>
                        <a:pt x="303849" y="252828"/>
                      </a:cubicBezTo>
                      <a:cubicBezTo>
                        <a:pt x="345679" y="252828"/>
                        <a:pt x="379765" y="218788"/>
                        <a:pt x="379765" y="176928"/>
                      </a:cubicBezTo>
                      <a:cubicBezTo>
                        <a:pt x="379765" y="135156"/>
                        <a:pt x="345679" y="101116"/>
                        <a:pt x="303849" y="101116"/>
                      </a:cubicBezTo>
                      <a:close/>
                      <a:moveTo>
                        <a:pt x="320773" y="813"/>
                      </a:moveTo>
                      <a:cubicBezTo>
                        <a:pt x="358044" y="4396"/>
                        <a:pt x="393538" y="19728"/>
                        <a:pt x="421772" y="44857"/>
                      </a:cubicBezTo>
                      <a:cubicBezTo>
                        <a:pt x="459418" y="78452"/>
                        <a:pt x="481045" y="126623"/>
                        <a:pt x="481045" y="176928"/>
                      </a:cubicBezTo>
                      <a:cubicBezTo>
                        <a:pt x="481045" y="210434"/>
                        <a:pt x="471611" y="242963"/>
                        <a:pt x="453723" y="271226"/>
                      </a:cubicBezTo>
                      <a:lnTo>
                        <a:pt x="439305" y="293889"/>
                      </a:lnTo>
                      <a:cubicBezTo>
                        <a:pt x="407621" y="343571"/>
                        <a:pt x="374870" y="394942"/>
                        <a:pt x="348260" y="448001"/>
                      </a:cubicBezTo>
                      <a:lnTo>
                        <a:pt x="326455" y="491639"/>
                      </a:lnTo>
                      <a:cubicBezTo>
                        <a:pt x="322183" y="500172"/>
                        <a:pt x="313372" y="505593"/>
                        <a:pt x="303849" y="505593"/>
                      </a:cubicBezTo>
                      <a:cubicBezTo>
                        <a:pt x="294238" y="505593"/>
                        <a:pt x="285427" y="500172"/>
                        <a:pt x="281155" y="491639"/>
                      </a:cubicBezTo>
                      <a:lnTo>
                        <a:pt x="270831" y="471020"/>
                      </a:lnTo>
                      <a:cubicBezTo>
                        <a:pt x="237457" y="404363"/>
                        <a:pt x="203993" y="339749"/>
                        <a:pt x="161007" y="281624"/>
                      </a:cubicBezTo>
                      <a:cubicBezTo>
                        <a:pt x="133507" y="244296"/>
                        <a:pt x="121937" y="198258"/>
                        <a:pt x="128345" y="151776"/>
                      </a:cubicBezTo>
                      <a:cubicBezTo>
                        <a:pt x="139292" y="73475"/>
                        <a:pt x="204349" y="10106"/>
                        <a:pt x="283113" y="1219"/>
                      </a:cubicBezTo>
                      <a:cubicBezTo>
                        <a:pt x="295729" y="-270"/>
                        <a:pt x="308350" y="-381"/>
                        <a:pt x="320773" y="8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51837" tIns="25917" rIns="51837" bIns="25917" numCol="1" anchor="ctr" anchorCtr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51" name="îšḷíḍè"/>
                <p:cNvSpPr/>
                <p:nvPr/>
              </p:nvSpPr>
              <p:spPr bwMode="auto">
                <a:xfrm>
                  <a:off x="7111451" y="4120656"/>
                  <a:ext cx="227854" cy="227506"/>
                </a:xfrm>
                <a:custGeom>
                  <a:avLst/>
                  <a:gdLst>
                    <a:gd name="connsiteX0" fmla="*/ 146058 w 607639"/>
                    <a:gd name="connsiteY0" fmla="*/ 370925 h 606713"/>
                    <a:gd name="connsiteX1" fmla="*/ 176497 w 607639"/>
                    <a:gd name="connsiteY1" fmla="*/ 389678 h 606713"/>
                    <a:gd name="connsiteX2" fmla="*/ 157717 w 607639"/>
                    <a:gd name="connsiteY2" fmla="*/ 420074 h 606713"/>
                    <a:gd name="connsiteX3" fmla="*/ 50644 w 607639"/>
                    <a:gd name="connsiteY3" fmla="*/ 480332 h 606713"/>
                    <a:gd name="connsiteX4" fmla="*/ 303775 w 607639"/>
                    <a:gd name="connsiteY4" fmla="*/ 556143 h 606713"/>
                    <a:gd name="connsiteX5" fmla="*/ 556995 w 607639"/>
                    <a:gd name="connsiteY5" fmla="*/ 480332 h 606713"/>
                    <a:gd name="connsiteX6" fmla="*/ 449833 w 607639"/>
                    <a:gd name="connsiteY6" fmla="*/ 420074 h 606713"/>
                    <a:gd name="connsiteX7" fmla="*/ 431053 w 607639"/>
                    <a:gd name="connsiteY7" fmla="*/ 389678 h 606713"/>
                    <a:gd name="connsiteX8" fmla="*/ 461492 w 607639"/>
                    <a:gd name="connsiteY8" fmla="*/ 370925 h 606713"/>
                    <a:gd name="connsiteX9" fmla="*/ 607639 w 607639"/>
                    <a:gd name="connsiteY9" fmla="*/ 480332 h 606713"/>
                    <a:gd name="connsiteX10" fmla="*/ 303775 w 607639"/>
                    <a:gd name="connsiteY10" fmla="*/ 606713 h 606713"/>
                    <a:gd name="connsiteX11" fmla="*/ 0 w 607639"/>
                    <a:gd name="connsiteY11" fmla="*/ 480332 h 606713"/>
                    <a:gd name="connsiteX12" fmla="*/ 146058 w 607639"/>
                    <a:gd name="connsiteY12" fmla="*/ 370925 h 606713"/>
                    <a:gd name="connsiteX13" fmla="*/ 303820 w 607639"/>
                    <a:gd name="connsiteY13" fmla="*/ 151707 h 606713"/>
                    <a:gd name="connsiteX14" fmla="*/ 329118 w 607639"/>
                    <a:gd name="connsiteY14" fmla="*/ 176970 h 606713"/>
                    <a:gd name="connsiteX15" fmla="*/ 303820 w 607639"/>
                    <a:gd name="connsiteY15" fmla="*/ 202233 h 606713"/>
                    <a:gd name="connsiteX16" fmla="*/ 278522 w 607639"/>
                    <a:gd name="connsiteY16" fmla="*/ 176970 h 606713"/>
                    <a:gd name="connsiteX17" fmla="*/ 303820 w 607639"/>
                    <a:gd name="connsiteY17" fmla="*/ 151707 h 606713"/>
                    <a:gd name="connsiteX18" fmla="*/ 303849 w 607639"/>
                    <a:gd name="connsiteY18" fmla="*/ 101116 h 606713"/>
                    <a:gd name="connsiteX19" fmla="*/ 227845 w 607639"/>
                    <a:gd name="connsiteY19" fmla="*/ 176928 h 606713"/>
                    <a:gd name="connsiteX20" fmla="*/ 303849 w 607639"/>
                    <a:gd name="connsiteY20" fmla="*/ 252828 h 606713"/>
                    <a:gd name="connsiteX21" fmla="*/ 379765 w 607639"/>
                    <a:gd name="connsiteY21" fmla="*/ 176928 h 606713"/>
                    <a:gd name="connsiteX22" fmla="*/ 303849 w 607639"/>
                    <a:gd name="connsiteY22" fmla="*/ 101116 h 606713"/>
                    <a:gd name="connsiteX23" fmla="*/ 320773 w 607639"/>
                    <a:gd name="connsiteY23" fmla="*/ 813 h 606713"/>
                    <a:gd name="connsiteX24" fmla="*/ 421772 w 607639"/>
                    <a:gd name="connsiteY24" fmla="*/ 44857 h 606713"/>
                    <a:gd name="connsiteX25" fmla="*/ 481045 w 607639"/>
                    <a:gd name="connsiteY25" fmla="*/ 176928 h 606713"/>
                    <a:gd name="connsiteX26" fmla="*/ 453723 w 607639"/>
                    <a:gd name="connsiteY26" fmla="*/ 271226 h 606713"/>
                    <a:gd name="connsiteX27" fmla="*/ 439305 w 607639"/>
                    <a:gd name="connsiteY27" fmla="*/ 293889 h 606713"/>
                    <a:gd name="connsiteX28" fmla="*/ 348260 w 607639"/>
                    <a:gd name="connsiteY28" fmla="*/ 448001 h 606713"/>
                    <a:gd name="connsiteX29" fmla="*/ 326455 w 607639"/>
                    <a:gd name="connsiteY29" fmla="*/ 491639 h 606713"/>
                    <a:gd name="connsiteX30" fmla="*/ 303849 w 607639"/>
                    <a:gd name="connsiteY30" fmla="*/ 505593 h 606713"/>
                    <a:gd name="connsiteX31" fmla="*/ 281155 w 607639"/>
                    <a:gd name="connsiteY31" fmla="*/ 491639 h 606713"/>
                    <a:gd name="connsiteX32" fmla="*/ 270831 w 607639"/>
                    <a:gd name="connsiteY32" fmla="*/ 471020 h 606713"/>
                    <a:gd name="connsiteX33" fmla="*/ 161007 w 607639"/>
                    <a:gd name="connsiteY33" fmla="*/ 281624 h 606713"/>
                    <a:gd name="connsiteX34" fmla="*/ 128345 w 607639"/>
                    <a:gd name="connsiteY34" fmla="*/ 151776 h 606713"/>
                    <a:gd name="connsiteX35" fmla="*/ 283113 w 607639"/>
                    <a:gd name="connsiteY35" fmla="*/ 1219 h 606713"/>
                    <a:gd name="connsiteX36" fmla="*/ 320773 w 607639"/>
                    <a:gd name="connsiteY36" fmla="*/ 813 h 606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606713">
                      <a:moveTo>
                        <a:pt x="146058" y="370925"/>
                      </a:moveTo>
                      <a:cubicBezTo>
                        <a:pt x="159675" y="367637"/>
                        <a:pt x="173293" y="376080"/>
                        <a:pt x="176497" y="389678"/>
                      </a:cubicBezTo>
                      <a:cubicBezTo>
                        <a:pt x="179791" y="403276"/>
                        <a:pt x="171335" y="416874"/>
                        <a:pt x="157717" y="420074"/>
                      </a:cubicBezTo>
                      <a:cubicBezTo>
                        <a:pt x="79215" y="438738"/>
                        <a:pt x="50644" y="466289"/>
                        <a:pt x="50644" y="480332"/>
                      </a:cubicBezTo>
                      <a:cubicBezTo>
                        <a:pt x="50644" y="510460"/>
                        <a:pt x="151665" y="556143"/>
                        <a:pt x="303775" y="556143"/>
                      </a:cubicBezTo>
                      <a:cubicBezTo>
                        <a:pt x="455974" y="556143"/>
                        <a:pt x="556995" y="510460"/>
                        <a:pt x="556995" y="480332"/>
                      </a:cubicBezTo>
                      <a:cubicBezTo>
                        <a:pt x="556995" y="466289"/>
                        <a:pt x="528513" y="438738"/>
                        <a:pt x="449833" y="420074"/>
                      </a:cubicBezTo>
                      <a:cubicBezTo>
                        <a:pt x="436215" y="416874"/>
                        <a:pt x="427848" y="403276"/>
                        <a:pt x="431053" y="389678"/>
                      </a:cubicBezTo>
                      <a:cubicBezTo>
                        <a:pt x="434257" y="376080"/>
                        <a:pt x="447964" y="367637"/>
                        <a:pt x="461492" y="370925"/>
                      </a:cubicBezTo>
                      <a:cubicBezTo>
                        <a:pt x="555749" y="393233"/>
                        <a:pt x="607639" y="432072"/>
                        <a:pt x="607639" y="480332"/>
                      </a:cubicBezTo>
                      <a:cubicBezTo>
                        <a:pt x="607639" y="563253"/>
                        <a:pt x="454817" y="606713"/>
                        <a:pt x="303775" y="606713"/>
                      </a:cubicBezTo>
                      <a:cubicBezTo>
                        <a:pt x="152911" y="606713"/>
                        <a:pt x="0" y="563253"/>
                        <a:pt x="0" y="480332"/>
                      </a:cubicBezTo>
                      <a:cubicBezTo>
                        <a:pt x="0" y="432072"/>
                        <a:pt x="51890" y="393233"/>
                        <a:pt x="146058" y="370925"/>
                      </a:cubicBezTo>
                      <a:close/>
                      <a:moveTo>
                        <a:pt x="303820" y="151707"/>
                      </a:moveTo>
                      <a:cubicBezTo>
                        <a:pt x="317792" y="151707"/>
                        <a:pt x="329118" y="163018"/>
                        <a:pt x="329118" y="176970"/>
                      </a:cubicBezTo>
                      <a:cubicBezTo>
                        <a:pt x="329118" y="190922"/>
                        <a:pt x="317792" y="202233"/>
                        <a:pt x="303820" y="202233"/>
                      </a:cubicBezTo>
                      <a:cubicBezTo>
                        <a:pt x="289848" y="202233"/>
                        <a:pt x="278522" y="190922"/>
                        <a:pt x="278522" y="176970"/>
                      </a:cubicBezTo>
                      <a:cubicBezTo>
                        <a:pt x="278522" y="163018"/>
                        <a:pt x="289848" y="151707"/>
                        <a:pt x="303820" y="151707"/>
                      </a:cubicBezTo>
                      <a:close/>
                      <a:moveTo>
                        <a:pt x="303849" y="101116"/>
                      </a:moveTo>
                      <a:cubicBezTo>
                        <a:pt x="261931" y="101116"/>
                        <a:pt x="227845" y="135156"/>
                        <a:pt x="227845" y="176928"/>
                      </a:cubicBezTo>
                      <a:cubicBezTo>
                        <a:pt x="227845" y="218788"/>
                        <a:pt x="261931" y="252828"/>
                        <a:pt x="303849" y="252828"/>
                      </a:cubicBezTo>
                      <a:cubicBezTo>
                        <a:pt x="345679" y="252828"/>
                        <a:pt x="379765" y="218788"/>
                        <a:pt x="379765" y="176928"/>
                      </a:cubicBezTo>
                      <a:cubicBezTo>
                        <a:pt x="379765" y="135156"/>
                        <a:pt x="345679" y="101116"/>
                        <a:pt x="303849" y="101116"/>
                      </a:cubicBezTo>
                      <a:close/>
                      <a:moveTo>
                        <a:pt x="320773" y="813"/>
                      </a:moveTo>
                      <a:cubicBezTo>
                        <a:pt x="358044" y="4396"/>
                        <a:pt x="393538" y="19728"/>
                        <a:pt x="421772" y="44857"/>
                      </a:cubicBezTo>
                      <a:cubicBezTo>
                        <a:pt x="459418" y="78452"/>
                        <a:pt x="481045" y="126623"/>
                        <a:pt x="481045" y="176928"/>
                      </a:cubicBezTo>
                      <a:cubicBezTo>
                        <a:pt x="481045" y="210434"/>
                        <a:pt x="471611" y="242963"/>
                        <a:pt x="453723" y="271226"/>
                      </a:cubicBezTo>
                      <a:lnTo>
                        <a:pt x="439305" y="293889"/>
                      </a:lnTo>
                      <a:cubicBezTo>
                        <a:pt x="407621" y="343571"/>
                        <a:pt x="374870" y="394942"/>
                        <a:pt x="348260" y="448001"/>
                      </a:cubicBezTo>
                      <a:lnTo>
                        <a:pt x="326455" y="491639"/>
                      </a:lnTo>
                      <a:cubicBezTo>
                        <a:pt x="322183" y="500172"/>
                        <a:pt x="313372" y="505593"/>
                        <a:pt x="303849" y="505593"/>
                      </a:cubicBezTo>
                      <a:cubicBezTo>
                        <a:pt x="294238" y="505593"/>
                        <a:pt x="285427" y="500172"/>
                        <a:pt x="281155" y="491639"/>
                      </a:cubicBezTo>
                      <a:lnTo>
                        <a:pt x="270831" y="471020"/>
                      </a:lnTo>
                      <a:cubicBezTo>
                        <a:pt x="237457" y="404363"/>
                        <a:pt x="203993" y="339749"/>
                        <a:pt x="161007" y="281624"/>
                      </a:cubicBezTo>
                      <a:cubicBezTo>
                        <a:pt x="133507" y="244296"/>
                        <a:pt x="121937" y="198258"/>
                        <a:pt x="128345" y="151776"/>
                      </a:cubicBezTo>
                      <a:cubicBezTo>
                        <a:pt x="139292" y="73475"/>
                        <a:pt x="204349" y="10106"/>
                        <a:pt x="283113" y="1219"/>
                      </a:cubicBezTo>
                      <a:cubicBezTo>
                        <a:pt x="295729" y="-270"/>
                        <a:pt x="308350" y="-381"/>
                        <a:pt x="320773" y="8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51837" tIns="25917" rIns="51837" bIns="25917" numCol="1" anchor="ctr" anchorCtr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52" name="îŝliḋe"/>
                <p:cNvSpPr/>
                <p:nvPr/>
              </p:nvSpPr>
              <p:spPr bwMode="auto">
                <a:xfrm>
                  <a:off x="5975722" y="4635599"/>
                  <a:ext cx="227854" cy="227506"/>
                </a:xfrm>
                <a:custGeom>
                  <a:avLst/>
                  <a:gdLst>
                    <a:gd name="connsiteX0" fmla="*/ 146058 w 607639"/>
                    <a:gd name="connsiteY0" fmla="*/ 370925 h 606713"/>
                    <a:gd name="connsiteX1" fmla="*/ 176497 w 607639"/>
                    <a:gd name="connsiteY1" fmla="*/ 389678 h 606713"/>
                    <a:gd name="connsiteX2" fmla="*/ 157717 w 607639"/>
                    <a:gd name="connsiteY2" fmla="*/ 420074 h 606713"/>
                    <a:gd name="connsiteX3" fmla="*/ 50644 w 607639"/>
                    <a:gd name="connsiteY3" fmla="*/ 480332 h 606713"/>
                    <a:gd name="connsiteX4" fmla="*/ 303775 w 607639"/>
                    <a:gd name="connsiteY4" fmla="*/ 556143 h 606713"/>
                    <a:gd name="connsiteX5" fmla="*/ 556995 w 607639"/>
                    <a:gd name="connsiteY5" fmla="*/ 480332 h 606713"/>
                    <a:gd name="connsiteX6" fmla="*/ 449833 w 607639"/>
                    <a:gd name="connsiteY6" fmla="*/ 420074 h 606713"/>
                    <a:gd name="connsiteX7" fmla="*/ 431053 w 607639"/>
                    <a:gd name="connsiteY7" fmla="*/ 389678 h 606713"/>
                    <a:gd name="connsiteX8" fmla="*/ 461492 w 607639"/>
                    <a:gd name="connsiteY8" fmla="*/ 370925 h 606713"/>
                    <a:gd name="connsiteX9" fmla="*/ 607639 w 607639"/>
                    <a:gd name="connsiteY9" fmla="*/ 480332 h 606713"/>
                    <a:gd name="connsiteX10" fmla="*/ 303775 w 607639"/>
                    <a:gd name="connsiteY10" fmla="*/ 606713 h 606713"/>
                    <a:gd name="connsiteX11" fmla="*/ 0 w 607639"/>
                    <a:gd name="connsiteY11" fmla="*/ 480332 h 606713"/>
                    <a:gd name="connsiteX12" fmla="*/ 146058 w 607639"/>
                    <a:gd name="connsiteY12" fmla="*/ 370925 h 606713"/>
                    <a:gd name="connsiteX13" fmla="*/ 303820 w 607639"/>
                    <a:gd name="connsiteY13" fmla="*/ 151707 h 606713"/>
                    <a:gd name="connsiteX14" fmla="*/ 329118 w 607639"/>
                    <a:gd name="connsiteY14" fmla="*/ 176970 h 606713"/>
                    <a:gd name="connsiteX15" fmla="*/ 303820 w 607639"/>
                    <a:gd name="connsiteY15" fmla="*/ 202233 h 606713"/>
                    <a:gd name="connsiteX16" fmla="*/ 278522 w 607639"/>
                    <a:gd name="connsiteY16" fmla="*/ 176970 h 606713"/>
                    <a:gd name="connsiteX17" fmla="*/ 303820 w 607639"/>
                    <a:gd name="connsiteY17" fmla="*/ 151707 h 606713"/>
                    <a:gd name="connsiteX18" fmla="*/ 303849 w 607639"/>
                    <a:gd name="connsiteY18" fmla="*/ 101116 h 606713"/>
                    <a:gd name="connsiteX19" fmla="*/ 227845 w 607639"/>
                    <a:gd name="connsiteY19" fmla="*/ 176928 h 606713"/>
                    <a:gd name="connsiteX20" fmla="*/ 303849 w 607639"/>
                    <a:gd name="connsiteY20" fmla="*/ 252828 h 606713"/>
                    <a:gd name="connsiteX21" fmla="*/ 379765 w 607639"/>
                    <a:gd name="connsiteY21" fmla="*/ 176928 h 606713"/>
                    <a:gd name="connsiteX22" fmla="*/ 303849 w 607639"/>
                    <a:gd name="connsiteY22" fmla="*/ 101116 h 606713"/>
                    <a:gd name="connsiteX23" fmla="*/ 320773 w 607639"/>
                    <a:gd name="connsiteY23" fmla="*/ 813 h 606713"/>
                    <a:gd name="connsiteX24" fmla="*/ 421772 w 607639"/>
                    <a:gd name="connsiteY24" fmla="*/ 44857 h 606713"/>
                    <a:gd name="connsiteX25" fmla="*/ 481045 w 607639"/>
                    <a:gd name="connsiteY25" fmla="*/ 176928 h 606713"/>
                    <a:gd name="connsiteX26" fmla="*/ 453723 w 607639"/>
                    <a:gd name="connsiteY26" fmla="*/ 271226 h 606713"/>
                    <a:gd name="connsiteX27" fmla="*/ 439305 w 607639"/>
                    <a:gd name="connsiteY27" fmla="*/ 293889 h 606713"/>
                    <a:gd name="connsiteX28" fmla="*/ 348260 w 607639"/>
                    <a:gd name="connsiteY28" fmla="*/ 448001 h 606713"/>
                    <a:gd name="connsiteX29" fmla="*/ 326455 w 607639"/>
                    <a:gd name="connsiteY29" fmla="*/ 491639 h 606713"/>
                    <a:gd name="connsiteX30" fmla="*/ 303849 w 607639"/>
                    <a:gd name="connsiteY30" fmla="*/ 505593 h 606713"/>
                    <a:gd name="connsiteX31" fmla="*/ 281155 w 607639"/>
                    <a:gd name="connsiteY31" fmla="*/ 491639 h 606713"/>
                    <a:gd name="connsiteX32" fmla="*/ 270831 w 607639"/>
                    <a:gd name="connsiteY32" fmla="*/ 471020 h 606713"/>
                    <a:gd name="connsiteX33" fmla="*/ 161007 w 607639"/>
                    <a:gd name="connsiteY33" fmla="*/ 281624 h 606713"/>
                    <a:gd name="connsiteX34" fmla="*/ 128345 w 607639"/>
                    <a:gd name="connsiteY34" fmla="*/ 151776 h 606713"/>
                    <a:gd name="connsiteX35" fmla="*/ 283113 w 607639"/>
                    <a:gd name="connsiteY35" fmla="*/ 1219 h 606713"/>
                    <a:gd name="connsiteX36" fmla="*/ 320773 w 607639"/>
                    <a:gd name="connsiteY36" fmla="*/ 813 h 606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606713">
                      <a:moveTo>
                        <a:pt x="146058" y="370925"/>
                      </a:moveTo>
                      <a:cubicBezTo>
                        <a:pt x="159675" y="367637"/>
                        <a:pt x="173293" y="376080"/>
                        <a:pt x="176497" y="389678"/>
                      </a:cubicBezTo>
                      <a:cubicBezTo>
                        <a:pt x="179791" y="403276"/>
                        <a:pt x="171335" y="416874"/>
                        <a:pt x="157717" y="420074"/>
                      </a:cubicBezTo>
                      <a:cubicBezTo>
                        <a:pt x="79215" y="438738"/>
                        <a:pt x="50644" y="466289"/>
                        <a:pt x="50644" y="480332"/>
                      </a:cubicBezTo>
                      <a:cubicBezTo>
                        <a:pt x="50644" y="510460"/>
                        <a:pt x="151665" y="556143"/>
                        <a:pt x="303775" y="556143"/>
                      </a:cubicBezTo>
                      <a:cubicBezTo>
                        <a:pt x="455974" y="556143"/>
                        <a:pt x="556995" y="510460"/>
                        <a:pt x="556995" y="480332"/>
                      </a:cubicBezTo>
                      <a:cubicBezTo>
                        <a:pt x="556995" y="466289"/>
                        <a:pt x="528513" y="438738"/>
                        <a:pt x="449833" y="420074"/>
                      </a:cubicBezTo>
                      <a:cubicBezTo>
                        <a:pt x="436215" y="416874"/>
                        <a:pt x="427848" y="403276"/>
                        <a:pt x="431053" y="389678"/>
                      </a:cubicBezTo>
                      <a:cubicBezTo>
                        <a:pt x="434257" y="376080"/>
                        <a:pt x="447964" y="367637"/>
                        <a:pt x="461492" y="370925"/>
                      </a:cubicBezTo>
                      <a:cubicBezTo>
                        <a:pt x="555749" y="393233"/>
                        <a:pt x="607639" y="432072"/>
                        <a:pt x="607639" y="480332"/>
                      </a:cubicBezTo>
                      <a:cubicBezTo>
                        <a:pt x="607639" y="563253"/>
                        <a:pt x="454817" y="606713"/>
                        <a:pt x="303775" y="606713"/>
                      </a:cubicBezTo>
                      <a:cubicBezTo>
                        <a:pt x="152911" y="606713"/>
                        <a:pt x="0" y="563253"/>
                        <a:pt x="0" y="480332"/>
                      </a:cubicBezTo>
                      <a:cubicBezTo>
                        <a:pt x="0" y="432072"/>
                        <a:pt x="51890" y="393233"/>
                        <a:pt x="146058" y="370925"/>
                      </a:cubicBezTo>
                      <a:close/>
                      <a:moveTo>
                        <a:pt x="303820" y="151707"/>
                      </a:moveTo>
                      <a:cubicBezTo>
                        <a:pt x="317792" y="151707"/>
                        <a:pt x="329118" y="163018"/>
                        <a:pt x="329118" y="176970"/>
                      </a:cubicBezTo>
                      <a:cubicBezTo>
                        <a:pt x="329118" y="190922"/>
                        <a:pt x="317792" y="202233"/>
                        <a:pt x="303820" y="202233"/>
                      </a:cubicBezTo>
                      <a:cubicBezTo>
                        <a:pt x="289848" y="202233"/>
                        <a:pt x="278522" y="190922"/>
                        <a:pt x="278522" y="176970"/>
                      </a:cubicBezTo>
                      <a:cubicBezTo>
                        <a:pt x="278522" y="163018"/>
                        <a:pt x="289848" y="151707"/>
                        <a:pt x="303820" y="151707"/>
                      </a:cubicBezTo>
                      <a:close/>
                      <a:moveTo>
                        <a:pt x="303849" y="101116"/>
                      </a:moveTo>
                      <a:cubicBezTo>
                        <a:pt x="261931" y="101116"/>
                        <a:pt x="227845" y="135156"/>
                        <a:pt x="227845" y="176928"/>
                      </a:cubicBezTo>
                      <a:cubicBezTo>
                        <a:pt x="227845" y="218788"/>
                        <a:pt x="261931" y="252828"/>
                        <a:pt x="303849" y="252828"/>
                      </a:cubicBezTo>
                      <a:cubicBezTo>
                        <a:pt x="345679" y="252828"/>
                        <a:pt x="379765" y="218788"/>
                        <a:pt x="379765" y="176928"/>
                      </a:cubicBezTo>
                      <a:cubicBezTo>
                        <a:pt x="379765" y="135156"/>
                        <a:pt x="345679" y="101116"/>
                        <a:pt x="303849" y="101116"/>
                      </a:cubicBezTo>
                      <a:close/>
                      <a:moveTo>
                        <a:pt x="320773" y="813"/>
                      </a:moveTo>
                      <a:cubicBezTo>
                        <a:pt x="358044" y="4396"/>
                        <a:pt x="393538" y="19728"/>
                        <a:pt x="421772" y="44857"/>
                      </a:cubicBezTo>
                      <a:cubicBezTo>
                        <a:pt x="459418" y="78452"/>
                        <a:pt x="481045" y="126623"/>
                        <a:pt x="481045" y="176928"/>
                      </a:cubicBezTo>
                      <a:cubicBezTo>
                        <a:pt x="481045" y="210434"/>
                        <a:pt x="471611" y="242963"/>
                        <a:pt x="453723" y="271226"/>
                      </a:cubicBezTo>
                      <a:lnTo>
                        <a:pt x="439305" y="293889"/>
                      </a:lnTo>
                      <a:cubicBezTo>
                        <a:pt x="407621" y="343571"/>
                        <a:pt x="374870" y="394942"/>
                        <a:pt x="348260" y="448001"/>
                      </a:cubicBezTo>
                      <a:lnTo>
                        <a:pt x="326455" y="491639"/>
                      </a:lnTo>
                      <a:cubicBezTo>
                        <a:pt x="322183" y="500172"/>
                        <a:pt x="313372" y="505593"/>
                        <a:pt x="303849" y="505593"/>
                      </a:cubicBezTo>
                      <a:cubicBezTo>
                        <a:pt x="294238" y="505593"/>
                        <a:pt x="285427" y="500172"/>
                        <a:pt x="281155" y="491639"/>
                      </a:cubicBezTo>
                      <a:lnTo>
                        <a:pt x="270831" y="471020"/>
                      </a:lnTo>
                      <a:cubicBezTo>
                        <a:pt x="237457" y="404363"/>
                        <a:pt x="203993" y="339749"/>
                        <a:pt x="161007" y="281624"/>
                      </a:cubicBezTo>
                      <a:cubicBezTo>
                        <a:pt x="133507" y="244296"/>
                        <a:pt x="121937" y="198258"/>
                        <a:pt x="128345" y="151776"/>
                      </a:cubicBezTo>
                      <a:cubicBezTo>
                        <a:pt x="139292" y="73475"/>
                        <a:pt x="204349" y="10106"/>
                        <a:pt x="283113" y="1219"/>
                      </a:cubicBezTo>
                      <a:cubicBezTo>
                        <a:pt x="295729" y="-270"/>
                        <a:pt x="308350" y="-381"/>
                        <a:pt x="320773" y="8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51837" tIns="25917" rIns="51837" bIns="25917" numCol="1" anchor="ctr" anchorCtr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53" name="ïŝḻïḑé"/>
                <p:cNvSpPr/>
                <p:nvPr/>
              </p:nvSpPr>
              <p:spPr bwMode="auto">
                <a:xfrm>
                  <a:off x="4839995" y="4120656"/>
                  <a:ext cx="227854" cy="227506"/>
                </a:xfrm>
                <a:custGeom>
                  <a:avLst/>
                  <a:gdLst>
                    <a:gd name="connsiteX0" fmla="*/ 146058 w 607639"/>
                    <a:gd name="connsiteY0" fmla="*/ 370925 h 606713"/>
                    <a:gd name="connsiteX1" fmla="*/ 176497 w 607639"/>
                    <a:gd name="connsiteY1" fmla="*/ 389678 h 606713"/>
                    <a:gd name="connsiteX2" fmla="*/ 157717 w 607639"/>
                    <a:gd name="connsiteY2" fmla="*/ 420074 h 606713"/>
                    <a:gd name="connsiteX3" fmla="*/ 50644 w 607639"/>
                    <a:gd name="connsiteY3" fmla="*/ 480332 h 606713"/>
                    <a:gd name="connsiteX4" fmla="*/ 303775 w 607639"/>
                    <a:gd name="connsiteY4" fmla="*/ 556143 h 606713"/>
                    <a:gd name="connsiteX5" fmla="*/ 556995 w 607639"/>
                    <a:gd name="connsiteY5" fmla="*/ 480332 h 606713"/>
                    <a:gd name="connsiteX6" fmla="*/ 449833 w 607639"/>
                    <a:gd name="connsiteY6" fmla="*/ 420074 h 606713"/>
                    <a:gd name="connsiteX7" fmla="*/ 431053 w 607639"/>
                    <a:gd name="connsiteY7" fmla="*/ 389678 h 606713"/>
                    <a:gd name="connsiteX8" fmla="*/ 461492 w 607639"/>
                    <a:gd name="connsiteY8" fmla="*/ 370925 h 606713"/>
                    <a:gd name="connsiteX9" fmla="*/ 607639 w 607639"/>
                    <a:gd name="connsiteY9" fmla="*/ 480332 h 606713"/>
                    <a:gd name="connsiteX10" fmla="*/ 303775 w 607639"/>
                    <a:gd name="connsiteY10" fmla="*/ 606713 h 606713"/>
                    <a:gd name="connsiteX11" fmla="*/ 0 w 607639"/>
                    <a:gd name="connsiteY11" fmla="*/ 480332 h 606713"/>
                    <a:gd name="connsiteX12" fmla="*/ 146058 w 607639"/>
                    <a:gd name="connsiteY12" fmla="*/ 370925 h 606713"/>
                    <a:gd name="connsiteX13" fmla="*/ 303820 w 607639"/>
                    <a:gd name="connsiteY13" fmla="*/ 151707 h 606713"/>
                    <a:gd name="connsiteX14" fmla="*/ 329118 w 607639"/>
                    <a:gd name="connsiteY14" fmla="*/ 176970 h 606713"/>
                    <a:gd name="connsiteX15" fmla="*/ 303820 w 607639"/>
                    <a:gd name="connsiteY15" fmla="*/ 202233 h 606713"/>
                    <a:gd name="connsiteX16" fmla="*/ 278522 w 607639"/>
                    <a:gd name="connsiteY16" fmla="*/ 176970 h 606713"/>
                    <a:gd name="connsiteX17" fmla="*/ 303820 w 607639"/>
                    <a:gd name="connsiteY17" fmla="*/ 151707 h 606713"/>
                    <a:gd name="connsiteX18" fmla="*/ 303849 w 607639"/>
                    <a:gd name="connsiteY18" fmla="*/ 101116 h 606713"/>
                    <a:gd name="connsiteX19" fmla="*/ 227845 w 607639"/>
                    <a:gd name="connsiteY19" fmla="*/ 176928 h 606713"/>
                    <a:gd name="connsiteX20" fmla="*/ 303849 w 607639"/>
                    <a:gd name="connsiteY20" fmla="*/ 252828 h 606713"/>
                    <a:gd name="connsiteX21" fmla="*/ 379765 w 607639"/>
                    <a:gd name="connsiteY21" fmla="*/ 176928 h 606713"/>
                    <a:gd name="connsiteX22" fmla="*/ 303849 w 607639"/>
                    <a:gd name="connsiteY22" fmla="*/ 101116 h 606713"/>
                    <a:gd name="connsiteX23" fmla="*/ 320773 w 607639"/>
                    <a:gd name="connsiteY23" fmla="*/ 813 h 606713"/>
                    <a:gd name="connsiteX24" fmla="*/ 421772 w 607639"/>
                    <a:gd name="connsiteY24" fmla="*/ 44857 h 606713"/>
                    <a:gd name="connsiteX25" fmla="*/ 481045 w 607639"/>
                    <a:gd name="connsiteY25" fmla="*/ 176928 h 606713"/>
                    <a:gd name="connsiteX26" fmla="*/ 453723 w 607639"/>
                    <a:gd name="connsiteY26" fmla="*/ 271226 h 606713"/>
                    <a:gd name="connsiteX27" fmla="*/ 439305 w 607639"/>
                    <a:gd name="connsiteY27" fmla="*/ 293889 h 606713"/>
                    <a:gd name="connsiteX28" fmla="*/ 348260 w 607639"/>
                    <a:gd name="connsiteY28" fmla="*/ 448001 h 606713"/>
                    <a:gd name="connsiteX29" fmla="*/ 326455 w 607639"/>
                    <a:gd name="connsiteY29" fmla="*/ 491639 h 606713"/>
                    <a:gd name="connsiteX30" fmla="*/ 303849 w 607639"/>
                    <a:gd name="connsiteY30" fmla="*/ 505593 h 606713"/>
                    <a:gd name="connsiteX31" fmla="*/ 281155 w 607639"/>
                    <a:gd name="connsiteY31" fmla="*/ 491639 h 606713"/>
                    <a:gd name="connsiteX32" fmla="*/ 270831 w 607639"/>
                    <a:gd name="connsiteY32" fmla="*/ 471020 h 606713"/>
                    <a:gd name="connsiteX33" fmla="*/ 161007 w 607639"/>
                    <a:gd name="connsiteY33" fmla="*/ 281624 h 606713"/>
                    <a:gd name="connsiteX34" fmla="*/ 128345 w 607639"/>
                    <a:gd name="connsiteY34" fmla="*/ 151776 h 606713"/>
                    <a:gd name="connsiteX35" fmla="*/ 283113 w 607639"/>
                    <a:gd name="connsiteY35" fmla="*/ 1219 h 606713"/>
                    <a:gd name="connsiteX36" fmla="*/ 320773 w 607639"/>
                    <a:gd name="connsiteY36" fmla="*/ 813 h 606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606713">
                      <a:moveTo>
                        <a:pt x="146058" y="370925"/>
                      </a:moveTo>
                      <a:cubicBezTo>
                        <a:pt x="159675" y="367637"/>
                        <a:pt x="173293" y="376080"/>
                        <a:pt x="176497" y="389678"/>
                      </a:cubicBezTo>
                      <a:cubicBezTo>
                        <a:pt x="179791" y="403276"/>
                        <a:pt x="171335" y="416874"/>
                        <a:pt x="157717" y="420074"/>
                      </a:cubicBezTo>
                      <a:cubicBezTo>
                        <a:pt x="79215" y="438738"/>
                        <a:pt x="50644" y="466289"/>
                        <a:pt x="50644" y="480332"/>
                      </a:cubicBezTo>
                      <a:cubicBezTo>
                        <a:pt x="50644" y="510460"/>
                        <a:pt x="151665" y="556143"/>
                        <a:pt x="303775" y="556143"/>
                      </a:cubicBezTo>
                      <a:cubicBezTo>
                        <a:pt x="455974" y="556143"/>
                        <a:pt x="556995" y="510460"/>
                        <a:pt x="556995" y="480332"/>
                      </a:cubicBezTo>
                      <a:cubicBezTo>
                        <a:pt x="556995" y="466289"/>
                        <a:pt x="528513" y="438738"/>
                        <a:pt x="449833" y="420074"/>
                      </a:cubicBezTo>
                      <a:cubicBezTo>
                        <a:pt x="436215" y="416874"/>
                        <a:pt x="427848" y="403276"/>
                        <a:pt x="431053" y="389678"/>
                      </a:cubicBezTo>
                      <a:cubicBezTo>
                        <a:pt x="434257" y="376080"/>
                        <a:pt x="447964" y="367637"/>
                        <a:pt x="461492" y="370925"/>
                      </a:cubicBezTo>
                      <a:cubicBezTo>
                        <a:pt x="555749" y="393233"/>
                        <a:pt x="607639" y="432072"/>
                        <a:pt x="607639" y="480332"/>
                      </a:cubicBezTo>
                      <a:cubicBezTo>
                        <a:pt x="607639" y="563253"/>
                        <a:pt x="454817" y="606713"/>
                        <a:pt x="303775" y="606713"/>
                      </a:cubicBezTo>
                      <a:cubicBezTo>
                        <a:pt x="152911" y="606713"/>
                        <a:pt x="0" y="563253"/>
                        <a:pt x="0" y="480332"/>
                      </a:cubicBezTo>
                      <a:cubicBezTo>
                        <a:pt x="0" y="432072"/>
                        <a:pt x="51890" y="393233"/>
                        <a:pt x="146058" y="370925"/>
                      </a:cubicBezTo>
                      <a:close/>
                      <a:moveTo>
                        <a:pt x="303820" y="151707"/>
                      </a:moveTo>
                      <a:cubicBezTo>
                        <a:pt x="317792" y="151707"/>
                        <a:pt x="329118" y="163018"/>
                        <a:pt x="329118" y="176970"/>
                      </a:cubicBezTo>
                      <a:cubicBezTo>
                        <a:pt x="329118" y="190922"/>
                        <a:pt x="317792" y="202233"/>
                        <a:pt x="303820" y="202233"/>
                      </a:cubicBezTo>
                      <a:cubicBezTo>
                        <a:pt x="289848" y="202233"/>
                        <a:pt x="278522" y="190922"/>
                        <a:pt x="278522" y="176970"/>
                      </a:cubicBezTo>
                      <a:cubicBezTo>
                        <a:pt x="278522" y="163018"/>
                        <a:pt x="289848" y="151707"/>
                        <a:pt x="303820" y="151707"/>
                      </a:cubicBezTo>
                      <a:close/>
                      <a:moveTo>
                        <a:pt x="303849" y="101116"/>
                      </a:moveTo>
                      <a:cubicBezTo>
                        <a:pt x="261931" y="101116"/>
                        <a:pt x="227845" y="135156"/>
                        <a:pt x="227845" y="176928"/>
                      </a:cubicBezTo>
                      <a:cubicBezTo>
                        <a:pt x="227845" y="218788"/>
                        <a:pt x="261931" y="252828"/>
                        <a:pt x="303849" y="252828"/>
                      </a:cubicBezTo>
                      <a:cubicBezTo>
                        <a:pt x="345679" y="252828"/>
                        <a:pt x="379765" y="218788"/>
                        <a:pt x="379765" y="176928"/>
                      </a:cubicBezTo>
                      <a:cubicBezTo>
                        <a:pt x="379765" y="135156"/>
                        <a:pt x="345679" y="101116"/>
                        <a:pt x="303849" y="101116"/>
                      </a:cubicBezTo>
                      <a:close/>
                      <a:moveTo>
                        <a:pt x="320773" y="813"/>
                      </a:moveTo>
                      <a:cubicBezTo>
                        <a:pt x="358044" y="4396"/>
                        <a:pt x="393538" y="19728"/>
                        <a:pt x="421772" y="44857"/>
                      </a:cubicBezTo>
                      <a:cubicBezTo>
                        <a:pt x="459418" y="78452"/>
                        <a:pt x="481045" y="126623"/>
                        <a:pt x="481045" y="176928"/>
                      </a:cubicBezTo>
                      <a:cubicBezTo>
                        <a:pt x="481045" y="210434"/>
                        <a:pt x="471611" y="242963"/>
                        <a:pt x="453723" y="271226"/>
                      </a:cubicBezTo>
                      <a:lnTo>
                        <a:pt x="439305" y="293889"/>
                      </a:lnTo>
                      <a:cubicBezTo>
                        <a:pt x="407621" y="343571"/>
                        <a:pt x="374870" y="394942"/>
                        <a:pt x="348260" y="448001"/>
                      </a:cubicBezTo>
                      <a:lnTo>
                        <a:pt x="326455" y="491639"/>
                      </a:lnTo>
                      <a:cubicBezTo>
                        <a:pt x="322183" y="500172"/>
                        <a:pt x="313372" y="505593"/>
                        <a:pt x="303849" y="505593"/>
                      </a:cubicBezTo>
                      <a:cubicBezTo>
                        <a:pt x="294238" y="505593"/>
                        <a:pt x="285427" y="500172"/>
                        <a:pt x="281155" y="491639"/>
                      </a:cubicBezTo>
                      <a:lnTo>
                        <a:pt x="270831" y="471020"/>
                      </a:lnTo>
                      <a:cubicBezTo>
                        <a:pt x="237457" y="404363"/>
                        <a:pt x="203993" y="339749"/>
                        <a:pt x="161007" y="281624"/>
                      </a:cubicBezTo>
                      <a:cubicBezTo>
                        <a:pt x="133507" y="244296"/>
                        <a:pt x="121937" y="198258"/>
                        <a:pt x="128345" y="151776"/>
                      </a:cubicBezTo>
                      <a:cubicBezTo>
                        <a:pt x="139292" y="73475"/>
                        <a:pt x="204349" y="10106"/>
                        <a:pt x="283113" y="1219"/>
                      </a:cubicBezTo>
                      <a:cubicBezTo>
                        <a:pt x="295729" y="-270"/>
                        <a:pt x="308350" y="-381"/>
                        <a:pt x="320773" y="8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51837" tIns="25917" rIns="51837" bIns="25917" numCol="1" anchor="ctr" anchorCtr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  <p:sp>
              <p:nvSpPr>
                <p:cNvPr id="54" name="ïšḷíḑè"/>
                <p:cNvSpPr/>
                <p:nvPr/>
              </p:nvSpPr>
              <p:spPr bwMode="auto">
                <a:xfrm>
                  <a:off x="4839995" y="2916238"/>
                  <a:ext cx="227854" cy="227506"/>
                </a:xfrm>
                <a:custGeom>
                  <a:avLst/>
                  <a:gdLst>
                    <a:gd name="connsiteX0" fmla="*/ 146058 w 607639"/>
                    <a:gd name="connsiteY0" fmla="*/ 370925 h 606713"/>
                    <a:gd name="connsiteX1" fmla="*/ 176497 w 607639"/>
                    <a:gd name="connsiteY1" fmla="*/ 389678 h 606713"/>
                    <a:gd name="connsiteX2" fmla="*/ 157717 w 607639"/>
                    <a:gd name="connsiteY2" fmla="*/ 420074 h 606713"/>
                    <a:gd name="connsiteX3" fmla="*/ 50644 w 607639"/>
                    <a:gd name="connsiteY3" fmla="*/ 480332 h 606713"/>
                    <a:gd name="connsiteX4" fmla="*/ 303775 w 607639"/>
                    <a:gd name="connsiteY4" fmla="*/ 556143 h 606713"/>
                    <a:gd name="connsiteX5" fmla="*/ 556995 w 607639"/>
                    <a:gd name="connsiteY5" fmla="*/ 480332 h 606713"/>
                    <a:gd name="connsiteX6" fmla="*/ 449833 w 607639"/>
                    <a:gd name="connsiteY6" fmla="*/ 420074 h 606713"/>
                    <a:gd name="connsiteX7" fmla="*/ 431053 w 607639"/>
                    <a:gd name="connsiteY7" fmla="*/ 389678 h 606713"/>
                    <a:gd name="connsiteX8" fmla="*/ 461492 w 607639"/>
                    <a:gd name="connsiteY8" fmla="*/ 370925 h 606713"/>
                    <a:gd name="connsiteX9" fmla="*/ 607639 w 607639"/>
                    <a:gd name="connsiteY9" fmla="*/ 480332 h 606713"/>
                    <a:gd name="connsiteX10" fmla="*/ 303775 w 607639"/>
                    <a:gd name="connsiteY10" fmla="*/ 606713 h 606713"/>
                    <a:gd name="connsiteX11" fmla="*/ 0 w 607639"/>
                    <a:gd name="connsiteY11" fmla="*/ 480332 h 606713"/>
                    <a:gd name="connsiteX12" fmla="*/ 146058 w 607639"/>
                    <a:gd name="connsiteY12" fmla="*/ 370925 h 606713"/>
                    <a:gd name="connsiteX13" fmla="*/ 303820 w 607639"/>
                    <a:gd name="connsiteY13" fmla="*/ 151707 h 606713"/>
                    <a:gd name="connsiteX14" fmla="*/ 329118 w 607639"/>
                    <a:gd name="connsiteY14" fmla="*/ 176970 h 606713"/>
                    <a:gd name="connsiteX15" fmla="*/ 303820 w 607639"/>
                    <a:gd name="connsiteY15" fmla="*/ 202233 h 606713"/>
                    <a:gd name="connsiteX16" fmla="*/ 278522 w 607639"/>
                    <a:gd name="connsiteY16" fmla="*/ 176970 h 606713"/>
                    <a:gd name="connsiteX17" fmla="*/ 303820 w 607639"/>
                    <a:gd name="connsiteY17" fmla="*/ 151707 h 606713"/>
                    <a:gd name="connsiteX18" fmla="*/ 303849 w 607639"/>
                    <a:gd name="connsiteY18" fmla="*/ 101116 h 606713"/>
                    <a:gd name="connsiteX19" fmla="*/ 227845 w 607639"/>
                    <a:gd name="connsiteY19" fmla="*/ 176928 h 606713"/>
                    <a:gd name="connsiteX20" fmla="*/ 303849 w 607639"/>
                    <a:gd name="connsiteY20" fmla="*/ 252828 h 606713"/>
                    <a:gd name="connsiteX21" fmla="*/ 379765 w 607639"/>
                    <a:gd name="connsiteY21" fmla="*/ 176928 h 606713"/>
                    <a:gd name="connsiteX22" fmla="*/ 303849 w 607639"/>
                    <a:gd name="connsiteY22" fmla="*/ 101116 h 606713"/>
                    <a:gd name="connsiteX23" fmla="*/ 320773 w 607639"/>
                    <a:gd name="connsiteY23" fmla="*/ 813 h 606713"/>
                    <a:gd name="connsiteX24" fmla="*/ 421772 w 607639"/>
                    <a:gd name="connsiteY24" fmla="*/ 44857 h 606713"/>
                    <a:gd name="connsiteX25" fmla="*/ 481045 w 607639"/>
                    <a:gd name="connsiteY25" fmla="*/ 176928 h 606713"/>
                    <a:gd name="connsiteX26" fmla="*/ 453723 w 607639"/>
                    <a:gd name="connsiteY26" fmla="*/ 271226 h 606713"/>
                    <a:gd name="connsiteX27" fmla="*/ 439305 w 607639"/>
                    <a:gd name="connsiteY27" fmla="*/ 293889 h 606713"/>
                    <a:gd name="connsiteX28" fmla="*/ 348260 w 607639"/>
                    <a:gd name="connsiteY28" fmla="*/ 448001 h 606713"/>
                    <a:gd name="connsiteX29" fmla="*/ 326455 w 607639"/>
                    <a:gd name="connsiteY29" fmla="*/ 491639 h 606713"/>
                    <a:gd name="connsiteX30" fmla="*/ 303849 w 607639"/>
                    <a:gd name="connsiteY30" fmla="*/ 505593 h 606713"/>
                    <a:gd name="connsiteX31" fmla="*/ 281155 w 607639"/>
                    <a:gd name="connsiteY31" fmla="*/ 491639 h 606713"/>
                    <a:gd name="connsiteX32" fmla="*/ 270831 w 607639"/>
                    <a:gd name="connsiteY32" fmla="*/ 471020 h 606713"/>
                    <a:gd name="connsiteX33" fmla="*/ 161007 w 607639"/>
                    <a:gd name="connsiteY33" fmla="*/ 281624 h 606713"/>
                    <a:gd name="connsiteX34" fmla="*/ 128345 w 607639"/>
                    <a:gd name="connsiteY34" fmla="*/ 151776 h 606713"/>
                    <a:gd name="connsiteX35" fmla="*/ 283113 w 607639"/>
                    <a:gd name="connsiteY35" fmla="*/ 1219 h 606713"/>
                    <a:gd name="connsiteX36" fmla="*/ 320773 w 607639"/>
                    <a:gd name="connsiteY36" fmla="*/ 813 h 606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606713">
                      <a:moveTo>
                        <a:pt x="146058" y="370925"/>
                      </a:moveTo>
                      <a:cubicBezTo>
                        <a:pt x="159675" y="367637"/>
                        <a:pt x="173293" y="376080"/>
                        <a:pt x="176497" y="389678"/>
                      </a:cubicBezTo>
                      <a:cubicBezTo>
                        <a:pt x="179791" y="403276"/>
                        <a:pt x="171335" y="416874"/>
                        <a:pt x="157717" y="420074"/>
                      </a:cubicBezTo>
                      <a:cubicBezTo>
                        <a:pt x="79215" y="438738"/>
                        <a:pt x="50644" y="466289"/>
                        <a:pt x="50644" y="480332"/>
                      </a:cubicBezTo>
                      <a:cubicBezTo>
                        <a:pt x="50644" y="510460"/>
                        <a:pt x="151665" y="556143"/>
                        <a:pt x="303775" y="556143"/>
                      </a:cubicBezTo>
                      <a:cubicBezTo>
                        <a:pt x="455974" y="556143"/>
                        <a:pt x="556995" y="510460"/>
                        <a:pt x="556995" y="480332"/>
                      </a:cubicBezTo>
                      <a:cubicBezTo>
                        <a:pt x="556995" y="466289"/>
                        <a:pt x="528513" y="438738"/>
                        <a:pt x="449833" y="420074"/>
                      </a:cubicBezTo>
                      <a:cubicBezTo>
                        <a:pt x="436215" y="416874"/>
                        <a:pt x="427848" y="403276"/>
                        <a:pt x="431053" y="389678"/>
                      </a:cubicBezTo>
                      <a:cubicBezTo>
                        <a:pt x="434257" y="376080"/>
                        <a:pt x="447964" y="367637"/>
                        <a:pt x="461492" y="370925"/>
                      </a:cubicBezTo>
                      <a:cubicBezTo>
                        <a:pt x="555749" y="393233"/>
                        <a:pt x="607639" y="432072"/>
                        <a:pt x="607639" y="480332"/>
                      </a:cubicBezTo>
                      <a:cubicBezTo>
                        <a:pt x="607639" y="563253"/>
                        <a:pt x="454817" y="606713"/>
                        <a:pt x="303775" y="606713"/>
                      </a:cubicBezTo>
                      <a:cubicBezTo>
                        <a:pt x="152911" y="606713"/>
                        <a:pt x="0" y="563253"/>
                        <a:pt x="0" y="480332"/>
                      </a:cubicBezTo>
                      <a:cubicBezTo>
                        <a:pt x="0" y="432072"/>
                        <a:pt x="51890" y="393233"/>
                        <a:pt x="146058" y="370925"/>
                      </a:cubicBezTo>
                      <a:close/>
                      <a:moveTo>
                        <a:pt x="303820" y="151707"/>
                      </a:moveTo>
                      <a:cubicBezTo>
                        <a:pt x="317792" y="151707"/>
                        <a:pt x="329118" y="163018"/>
                        <a:pt x="329118" y="176970"/>
                      </a:cubicBezTo>
                      <a:cubicBezTo>
                        <a:pt x="329118" y="190922"/>
                        <a:pt x="317792" y="202233"/>
                        <a:pt x="303820" y="202233"/>
                      </a:cubicBezTo>
                      <a:cubicBezTo>
                        <a:pt x="289848" y="202233"/>
                        <a:pt x="278522" y="190922"/>
                        <a:pt x="278522" y="176970"/>
                      </a:cubicBezTo>
                      <a:cubicBezTo>
                        <a:pt x="278522" y="163018"/>
                        <a:pt x="289848" y="151707"/>
                        <a:pt x="303820" y="151707"/>
                      </a:cubicBezTo>
                      <a:close/>
                      <a:moveTo>
                        <a:pt x="303849" y="101116"/>
                      </a:moveTo>
                      <a:cubicBezTo>
                        <a:pt x="261931" y="101116"/>
                        <a:pt x="227845" y="135156"/>
                        <a:pt x="227845" y="176928"/>
                      </a:cubicBezTo>
                      <a:cubicBezTo>
                        <a:pt x="227845" y="218788"/>
                        <a:pt x="261931" y="252828"/>
                        <a:pt x="303849" y="252828"/>
                      </a:cubicBezTo>
                      <a:cubicBezTo>
                        <a:pt x="345679" y="252828"/>
                        <a:pt x="379765" y="218788"/>
                        <a:pt x="379765" y="176928"/>
                      </a:cubicBezTo>
                      <a:cubicBezTo>
                        <a:pt x="379765" y="135156"/>
                        <a:pt x="345679" y="101116"/>
                        <a:pt x="303849" y="101116"/>
                      </a:cubicBezTo>
                      <a:close/>
                      <a:moveTo>
                        <a:pt x="320773" y="813"/>
                      </a:moveTo>
                      <a:cubicBezTo>
                        <a:pt x="358044" y="4396"/>
                        <a:pt x="393538" y="19728"/>
                        <a:pt x="421772" y="44857"/>
                      </a:cubicBezTo>
                      <a:cubicBezTo>
                        <a:pt x="459418" y="78452"/>
                        <a:pt x="481045" y="126623"/>
                        <a:pt x="481045" y="176928"/>
                      </a:cubicBezTo>
                      <a:cubicBezTo>
                        <a:pt x="481045" y="210434"/>
                        <a:pt x="471611" y="242963"/>
                        <a:pt x="453723" y="271226"/>
                      </a:cubicBezTo>
                      <a:lnTo>
                        <a:pt x="439305" y="293889"/>
                      </a:lnTo>
                      <a:cubicBezTo>
                        <a:pt x="407621" y="343571"/>
                        <a:pt x="374870" y="394942"/>
                        <a:pt x="348260" y="448001"/>
                      </a:cubicBezTo>
                      <a:lnTo>
                        <a:pt x="326455" y="491639"/>
                      </a:lnTo>
                      <a:cubicBezTo>
                        <a:pt x="322183" y="500172"/>
                        <a:pt x="313372" y="505593"/>
                        <a:pt x="303849" y="505593"/>
                      </a:cubicBezTo>
                      <a:cubicBezTo>
                        <a:pt x="294238" y="505593"/>
                        <a:pt x="285427" y="500172"/>
                        <a:pt x="281155" y="491639"/>
                      </a:cubicBezTo>
                      <a:lnTo>
                        <a:pt x="270831" y="471020"/>
                      </a:lnTo>
                      <a:cubicBezTo>
                        <a:pt x="237457" y="404363"/>
                        <a:pt x="203993" y="339749"/>
                        <a:pt x="161007" y="281624"/>
                      </a:cubicBezTo>
                      <a:cubicBezTo>
                        <a:pt x="133507" y="244296"/>
                        <a:pt x="121937" y="198258"/>
                        <a:pt x="128345" y="151776"/>
                      </a:cubicBezTo>
                      <a:cubicBezTo>
                        <a:pt x="139292" y="73475"/>
                        <a:pt x="204349" y="10106"/>
                        <a:pt x="283113" y="1219"/>
                      </a:cubicBezTo>
                      <a:cubicBezTo>
                        <a:pt x="295729" y="-270"/>
                        <a:pt x="308350" y="-381"/>
                        <a:pt x="320773" y="81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51837" tIns="25917" rIns="51837" bIns="25917" numCol="1" anchor="ctr" anchorCtr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 lang="en-US" sz="1135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ource Han Sans K Medium" panose="020B0600000000000000" pitchFamily="34" charset="-128"/>
                    <a:ea typeface="Source Han Sans K Medium" panose="020B0600000000000000" pitchFamily="34" charset="-128"/>
                  </a:endParaRPr>
                </a:p>
              </p:txBody>
            </p:sp>
          </p:grpSp>
          <p:sp>
            <p:nvSpPr>
              <p:cNvPr id="55" name="文本框 99"/>
              <p:cNvSpPr txBox="1"/>
              <p:nvPr/>
            </p:nvSpPr>
            <p:spPr bwMode="auto">
              <a:xfrm>
                <a:off x="12223" y="3486"/>
                <a:ext cx="4082" cy="1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r">
                  <a:lnSpc>
                    <a:spcPct val="150000"/>
                  </a:lnSpc>
                  <a:defRPr sz="8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defRPr>
                </a:lvl1pPr>
              </a:lstStyle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</a:p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</a:p>
            </p:txBody>
          </p:sp>
          <p:sp>
            <p:nvSpPr>
              <p:cNvPr id="56" name="文本框 100"/>
              <p:cNvSpPr txBox="1"/>
              <p:nvPr/>
            </p:nvSpPr>
            <p:spPr bwMode="auto">
              <a:xfrm>
                <a:off x="12223" y="2797"/>
                <a:ext cx="3964" cy="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500" b="1" dirty="0">
                    <a:solidFill>
                      <a:srgbClr val="01568F"/>
                    </a:solidFill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EDIT CORE TEXT</a:t>
                </a:r>
              </a:p>
            </p:txBody>
          </p:sp>
          <p:sp>
            <p:nvSpPr>
              <p:cNvPr id="57" name="文本框 99"/>
              <p:cNvSpPr txBox="1"/>
              <p:nvPr/>
            </p:nvSpPr>
            <p:spPr bwMode="auto">
              <a:xfrm>
                <a:off x="12845" y="5804"/>
                <a:ext cx="4082" cy="1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r">
                  <a:lnSpc>
                    <a:spcPct val="150000"/>
                  </a:lnSpc>
                  <a:defRPr sz="8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defRPr>
                </a:lvl1pPr>
              </a:lstStyle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</a:p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</a:p>
            </p:txBody>
          </p:sp>
          <p:sp>
            <p:nvSpPr>
              <p:cNvPr id="58" name="文本框 100"/>
              <p:cNvSpPr txBox="1"/>
              <p:nvPr/>
            </p:nvSpPr>
            <p:spPr bwMode="auto">
              <a:xfrm>
                <a:off x="12845" y="5115"/>
                <a:ext cx="3377" cy="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500" b="1" dirty="0">
                    <a:solidFill>
                      <a:srgbClr val="01568F"/>
                    </a:solidFill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EDIT CORE TEXT</a:t>
                </a:r>
              </a:p>
            </p:txBody>
          </p:sp>
          <p:sp>
            <p:nvSpPr>
              <p:cNvPr id="59" name="文本框 99"/>
              <p:cNvSpPr txBox="1"/>
              <p:nvPr/>
            </p:nvSpPr>
            <p:spPr bwMode="auto">
              <a:xfrm>
                <a:off x="12223" y="8100"/>
                <a:ext cx="4082" cy="1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r">
                  <a:lnSpc>
                    <a:spcPct val="150000"/>
                  </a:lnSpc>
                  <a:defRPr sz="8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defRPr>
                </a:lvl1pPr>
              </a:lstStyle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</a:p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</a:p>
            </p:txBody>
          </p:sp>
          <p:sp>
            <p:nvSpPr>
              <p:cNvPr id="60" name="文本框 100"/>
              <p:cNvSpPr txBox="1"/>
              <p:nvPr/>
            </p:nvSpPr>
            <p:spPr bwMode="auto">
              <a:xfrm>
                <a:off x="12223" y="7411"/>
                <a:ext cx="3964" cy="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500" b="1" dirty="0">
                    <a:solidFill>
                      <a:srgbClr val="01568F"/>
                    </a:solidFill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EDIT CORE TEXT</a:t>
                </a:r>
              </a:p>
            </p:txBody>
          </p:sp>
          <p:sp>
            <p:nvSpPr>
              <p:cNvPr id="61" name="文本框 99"/>
              <p:cNvSpPr txBox="1"/>
              <p:nvPr/>
            </p:nvSpPr>
            <p:spPr bwMode="auto">
              <a:xfrm>
                <a:off x="2777" y="3486"/>
                <a:ext cx="4082" cy="6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8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</a:t>
                </a:r>
                <a:r>
                  <a:rPr lang="en-US" altLang="zh-CN" sz="8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</a:p>
              <a:p>
                <a:pPr algn="r">
                  <a:lnSpc>
                    <a:spcPct val="150000"/>
                  </a:lnSpc>
                </a:pP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Enter the </a:t>
                </a:r>
                <a:r>
                  <a:rPr lang="en-US" altLang="zh-CN" sz="8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</a:t>
                </a:r>
                <a:r>
                  <a:rPr lang="en-US" altLang="zh-CN" sz="8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text.Enter</a:t>
                </a:r>
                <a:r>
                  <a:rPr lang="en-US" altLang="zh-CN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 the text.</a:t>
                </a:r>
              </a:p>
            </p:txBody>
          </p:sp>
          <p:sp>
            <p:nvSpPr>
              <p:cNvPr id="62" name="文本框 100"/>
              <p:cNvSpPr txBox="1"/>
              <p:nvPr/>
            </p:nvSpPr>
            <p:spPr bwMode="auto">
              <a:xfrm>
                <a:off x="2829" y="2797"/>
                <a:ext cx="3964" cy="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sz="1500" b="1" dirty="0">
                    <a:solidFill>
                      <a:srgbClr val="01568F"/>
                    </a:solidFill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EDIT CORE TEXT</a:t>
                </a:r>
              </a:p>
            </p:txBody>
          </p:sp>
          <p:sp>
            <p:nvSpPr>
              <p:cNvPr id="63" name="文本框 99"/>
              <p:cNvSpPr txBox="1"/>
              <p:nvPr/>
            </p:nvSpPr>
            <p:spPr bwMode="auto">
              <a:xfrm>
                <a:off x="2777" y="8100"/>
                <a:ext cx="4082" cy="1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r">
                  <a:lnSpc>
                    <a:spcPct val="150000"/>
                  </a:lnSpc>
                  <a:defRPr sz="8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defRPr>
                </a:lvl1pPr>
              </a:lstStyle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</a:p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</a:p>
            </p:txBody>
          </p:sp>
          <p:sp>
            <p:nvSpPr>
              <p:cNvPr id="64" name="文本框 100"/>
              <p:cNvSpPr txBox="1"/>
              <p:nvPr/>
            </p:nvSpPr>
            <p:spPr bwMode="auto">
              <a:xfrm>
                <a:off x="2829" y="7411"/>
                <a:ext cx="3964" cy="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sz="1500" b="1" dirty="0">
                    <a:solidFill>
                      <a:srgbClr val="01568F"/>
                    </a:solidFill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EDIT CORE TEXT</a:t>
                </a:r>
              </a:p>
            </p:txBody>
          </p:sp>
          <p:sp>
            <p:nvSpPr>
              <p:cNvPr id="65" name="文本框 99"/>
              <p:cNvSpPr txBox="1"/>
              <p:nvPr/>
            </p:nvSpPr>
            <p:spPr bwMode="auto">
              <a:xfrm>
                <a:off x="1959" y="5804"/>
                <a:ext cx="4082" cy="1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r">
                  <a:lnSpc>
                    <a:spcPct val="150000"/>
                  </a:lnSpc>
                  <a:defRPr sz="8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defRPr>
                </a:lvl1pPr>
              </a:lstStyle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</a:p>
              <a:p>
                <a:r>
                  <a:rPr lang="en-US" altLang="zh-CN" dirty="0">
                    <a:sym typeface="+mn-ea"/>
                  </a:rPr>
                  <a:t>Enter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</a:t>
                </a:r>
                <a:r>
                  <a:rPr lang="en-US" altLang="zh-CN" dirty="0" err="1">
                    <a:sym typeface="+mn-ea"/>
                  </a:rPr>
                  <a:t>text.Enter</a:t>
                </a:r>
                <a:r>
                  <a:rPr lang="en-US" altLang="zh-CN" dirty="0">
                    <a:sym typeface="+mn-ea"/>
                  </a:rPr>
                  <a:t> the text.</a:t>
                </a:r>
              </a:p>
            </p:txBody>
          </p:sp>
          <p:sp>
            <p:nvSpPr>
              <p:cNvPr id="66" name="文本框 100"/>
              <p:cNvSpPr txBox="1"/>
              <p:nvPr/>
            </p:nvSpPr>
            <p:spPr bwMode="auto">
              <a:xfrm>
                <a:off x="2011" y="5115"/>
                <a:ext cx="3964" cy="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sz="1500" b="1" dirty="0">
                    <a:solidFill>
                      <a:srgbClr val="01568F"/>
                    </a:solidFill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EDIT CORE TEXT</a:t>
                </a: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15" name="直角三角形 14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</a:p>
          </p:txBody>
        </p:sp>
      </p:grpSp>
    </p:spTree>
    <p:custDataLst>
      <p:tags r:id="rId1"/>
    </p:custDataLst>
  </p:cSld>
  <p:clrMapOvr>
    <a:masterClrMapping/>
  </p:clrMapOvr>
  <p:transition advTm="2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227965" y="0"/>
            <a:ext cx="11466830" cy="5202555"/>
            <a:chOff x="-359" y="0"/>
            <a:chExt cx="18058" cy="8193"/>
          </a:xfrm>
        </p:grpSpPr>
        <p:grpSp>
          <p:nvGrpSpPr>
            <p:cNvPr id="3" name="组合 2"/>
            <p:cNvGrpSpPr/>
            <p:nvPr/>
          </p:nvGrpSpPr>
          <p:grpSpPr>
            <a:xfrm>
              <a:off x="2018" y="3200"/>
              <a:ext cx="15681" cy="4993"/>
              <a:chOff x="2018" y="3200"/>
              <a:chExt cx="15681" cy="4993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2018" y="3200"/>
                <a:ext cx="3277" cy="4993"/>
                <a:chOff x="1781" y="3292"/>
                <a:chExt cx="3277" cy="4993"/>
              </a:xfrm>
            </p:grpSpPr>
            <p:sp>
              <p:nvSpPr>
                <p:cNvPr id="4" name="矩形 3"/>
                <p:cNvSpPr/>
                <p:nvPr/>
              </p:nvSpPr>
              <p:spPr>
                <a:xfrm rot="5400000">
                  <a:off x="923" y="4150"/>
                  <a:ext cx="4993" cy="3277"/>
                </a:xfrm>
                <a:prstGeom prst="rect">
                  <a:avLst/>
                </a:prstGeom>
                <a:noFill/>
                <a:ln w="111125" cap="rnd">
                  <a:solidFill>
                    <a:schemeClr val="bg2">
                      <a:lumMod val="8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思源宋体" panose="02020400000000000000" charset="-122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781" y="4518"/>
                  <a:ext cx="3277" cy="710"/>
                </a:xfrm>
                <a:prstGeom prst="rect">
                  <a:avLst/>
                </a:prstGeom>
                <a:solidFill>
                  <a:schemeClr val="bg2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思源宋体" panose="02020400000000000000" charset="-122"/>
                  </a:endParaRPr>
                </a:p>
              </p:txBody>
            </p:sp>
            <p:sp>
              <p:nvSpPr>
                <p:cNvPr id="12" name="文本框 11"/>
                <p:cNvSpPr txBox="1"/>
                <p:nvPr/>
              </p:nvSpPr>
              <p:spPr>
                <a:xfrm>
                  <a:off x="2162" y="4578"/>
                  <a:ext cx="2524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CORE TEXT</a:t>
                  </a:r>
                  <a:endParaRPr kumimoji="0" lang="en-US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endParaRPr>
                </a:p>
              </p:txBody>
            </p:sp>
            <p:sp>
              <p:nvSpPr>
                <p:cNvPr id="14" name="文本框 13"/>
                <p:cNvSpPr txBox="1"/>
                <p:nvPr/>
              </p:nvSpPr>
              <p:spPr>
                <a:xfrm>
                  <a:off x="1889" y="5422"/>
                  <a:ext cx="3060" cy="20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en-US" altLang="zh-CN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Enter the </a:t>
                  </a:r>
                  <a:r>
                    <a:rPr lang="en-US" altLang="zh-CN" sz="11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text.Enter</a:t>
                  </a:r>
                  <a:r>
                    <a:rPr lang="en-US" altLang="zh-CN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 the </a:t>
                  </a:r>
                  <a:r>
                    <a:rPr lang="en-US" altLang="zh-CN" sz="11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text.Enter</a:t>
                  </a:r>
                  <a:r>
                    <a:rPr lang="en-US" altLang="zh-CN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 the content.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en-US" altLang="zh-CN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Enter the </a:t>
                  </a:r>
                  <a:r>
                    <a:rPr lang="en-US" altLang="zh-CN" sz="11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text.Enter</a:t>
                  </a:r>
                  <a:r>
                    <a:rPr lang="en-US" altLang="zh-CN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 the </a:t>
                  </a:r>
                  <a:r>
                    <a:rPr lang="en-US" altLang="zh-CN" sz="11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text.Enter</a:t>
                  </a:r>
                  <a:r>
                    <a:rPr lang="en-US" altLang="zh-CN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 the content.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en-US" altLang="zh-CN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Enter the text.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endParaRPr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2581" y="3695"/>
                  <a:ext cx="1678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rPr>
                    <a:t>01</a:t>
                  </a:r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4422" y="3200"/>
                <a:ext cx="3277" cy="4993"/>
                <a:chOff x="1781" y="3292"/>
                <a:chExt cx="3277" cy="4993"/>
              </a:xfrm>
            </p:grpSpPr>
            <p:sp>
              <p:nvSpPr>
                <p:cNvPr id="34" name="矩形 33"/>
                <p:cNvSpPr/>
                <p:nvPr/>
              </p:nvSpPr>
              <p:spPr>
                <a:xfrm rot="5400000">
                  <a:off x="923" y="4150"/>
                  <a:ext cx="4993" cy="3277"/>
                </a:xfrm>
                <a:prstGeom prst="rect">
                  <a:avLst/>
                </a:prstGeom>
                <a:noFill/>
                <a:ln w="111125" cap="rnd">
                  <a:solidFill>
                    <a:srgbClr val="1C4F9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思源宋体" panose="02020400000000000000" charset="-122"/>
                  </a:endParaRPr>
                </a:p>
              </p:txBody>
            </p:sp>
            <p:sp>
              <p:nvSpPr>
                <p:cNvPr id="35" name="矩形 34"/>
                <p:cNvSpPr/>
                <p:nvPr/>
              </p:nvSpPr>
              <p:spPr>
                <a:xfrm>
                  <a:off x="1781" y="4518"/>
                  <a:ext cx="3277" cy="710"/>
                </a:xfrm>
                <a:prstGeom prst="rect">
                  <a:avLst/>
                </a:prstGeom>
                <a:solidFill>
                  <a:srgbClr val="1C4F9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思源宋体" panose="02020400000000000000" charset="-122"/>
                  </a:endParaRPr>
                </a:p>
              </p:txBody>
            </p:sp>
            <p:sp>
              <p:nvSpPr>
                <p:cNvPr id="36" name="文本框 35"/>
                <p:cNvSpPr txBox="1"/>
                <p:nvPr/>
              </p:nvSpPr>
              <p:spPr>
                <a:xfrm>
                  <a:off x="2162" y="4578"/>
                  <a:ext cx="2524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1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CORE TEXT</a:t>
                  </a:r>
                  <a:endParaRPr kumimoji="0" lang="en-US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endParaRPr>
                </a:p>
              </p:txBody>
            </p:sp>
            <p:sp>
              <p:nvSpPr>
                <p:cNvPr id="37" name="文本框 36"/>
                <p:cNvSpPr txBox="1"/>
                <p:nvPr/>
              </p:nvSpPr>
              <p:spPr>
                <a:xfrm>
                  <a:off x="1889" y="5422"/>
                  <a:ext cx="3060" cy="31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R="0" lvl="0" indent="0" algn="ctr" fontAlgn="auto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1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defRPr>
                  </a:lvl1pPr>
                </a:lstStyle>
                <a:p>
                  <a:r>
                    <a:rPr lang="en-US" altLang="zh-CN" dirty="0">
                      <a:sym typeface="+mn-ea"/>
                    </a:rPr>
                    <a:t>Enter the </a:t>
                  </a:r>
                  <a:r>
                    <a:rPr lang="en-US" altLang="zh-CN" dirty="0" err="1">
                      <a:sym typeface="+mn-ea"/>
                    </a:rPr>
                    <a:t>text.Enter</a:t>
                  </a:r>
                  <a:r>
                    <a:rPr lang="en-US" altLang="zh-CN" dirty="0">
                      <a:sym typeface="+mn-ea"/>
                    </a:rPr>
                    <a:t> the </a:t>
                  </a:r>
                  <a:r>
                    <a:rPr lang="en-US" altLang="zh-CN" dirty="0" err="1">
                      <a:sym typeface="+mn-ea"/>
                    </a:rPr>
                    <a:t>text.Enter</a:t>
                  </a:r>
                  <a:r>
                    <a:rPr lang="en-US" altLang="zh-CN" dirty="0">
                      <a:sym typeface="+mn-ea"/>
                    </a:rPr>
                    <a:t> the content.</a:t>
                  </a:r>
                </a:p>
                <a:p>
                  <a:r>
                    <a:rPr lang="en-US" altLang="zh-CN" dirty="0">
                      <a:sym typeface="+mn-ea"/>
                    </a:rPr>
                    <a:t>Enter the </a:t>
                  </a:r>
                  <a:r>
                    <a:rPr lang="en-US" altLang="zh-CN" dirty="0" err="1">
                      <a:sym typeface="+mn-ea"/>
                    </a:rPr>
                    <a:t>text.Enter</a:t>
                  </a:r>
                  <a:r>
                    <a:rPr lang="en-US" altLang="zh-CN" dirty="0">
                      <a:sym typeface="+mn-ea"/>
                    </a:rPr>
                    <a:t> the </a:t>
                  </a:r>
                  <a:r>
                    <a:rPr lang="en-US" altLang="zh-CN" dirty="0" err="1">
                      <a:sym typeface="+mn-ea"/>
                    </a:rPr>
                    <a:t>text.Enter</a:t>
                  </a:r>
                  <a:r>
                    <a:rPr lang="en-US" altLang="zh-CN" dirty="0">
                      <a:sym typeface="+mn-ea"/>
                    </a:rPr>
                    <a:t> the content.</a:t>
                  </a:r>
                </a:p>
                <a:p>
                  <a:r>
                    <a:rPr lang="en-US" altLang="zh-CN" dirty="0">
                      <a:sym typeface="+mn-ea"/>
                    </a:rPr>
                    <a:t>Enter the text.</a:t>
                  </a:r>
                </a:p>
              </p:txBody>
            </p:sp>
            <p:sp>
              <p:nvSpPr>
                <p:cNvPr id="38" name="文本框 37"/>
                <p:cNvSpPr txBox="1"/>
                <p:nvPr/>
              </p:nvSpPr>
              <p:spPr>
                <a:xfrm>
                  <a:off x="2581" y="3695"/>
                  <a:ext cx="1678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solidFill>
                        <a:srgbClr val="C0985A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rPr>
                    <a:t>04</a:t>
                  </a:r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10287" y="3200"/>
                <a:ext cx="3277" cy="4993"/>
                <a:chOff x="1781" y="3292"/>
                <a:chExt cx="3277" cy="4993"/>
              </a:xfrm>
            </p:grpSpPr>
            <p:sp>
              <p:nvSpPr>
                <p:cNvPr id="40" name="矩形 39"/>
                <p:cNvSpPr/>
                <p:nvPr/>
              </p:nvSpPr>
              <p:spPr>
                <a:xfrm rot="5400000">
                  <a:off x="923" y="4150"/>
                  <a:ext cx="4993" cy="3277"/>
                </a:xfrm>
                <a:prstGeom prst="rect">
                  <a:avLst/>
                </a:prstGeom>
                <a:noFill/>
                <a:ln w="111125" cap="rnd">
                  <a:solidFill>
                    <a:schemeClr val="bg2">
                      <a:lumMod val="8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思源宋体" panose="02020400000000000000" charset="-122"/>
                  </a:endParaRPr>
                </a:p>
              </p:txBody>
            </p:sp>
            <p:sp>
              <p:nvSpPr>
                <p:cNvPr id="41" name="矩形 40"/>
                <p:cNvSpPr/>
                <p:nvPr/>
              </p:nvSpPr>
              <p:spPr>
                <a:xfrm>
                  <a:off x="1781" y="4518"/>
                  <a:ext cx="3277" cy="710"/>
                </a:xfrm>
                <a:prstGeom prst="rect">
                  <a:avLst/>
                </a:prstGeom>
                <a:solidFill>
                  <a:schemeClr val="bg2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思源宋体" panose="02020400000000000000" charset="-122"/>
                  </a:endParaRPr>
                </a:p>
              </p:txBody>
            </p:sp>
            <p:sp>
              <p:nvSpPr>
                <p:cNvPr id="42" name="文本框 41"/>
                <p:cNvSpPr txBox="1"/>
                <p:nvPr/>
              </p:nvSpPr>
              <p:spPr>
                <a:xfrm>
                  <a:off x="2162" y="4578"/>
                  <a:ext cx="2524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CORE TEXT</a:t>
                  </a:r>
                  <a:endParaRPr kumimoji="0" lang="en-US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endParaRPr>
                </a:p>
              </p:txBody>
            </p:sp>
            <p:sp>
              <p:nvSpPr>
                <p:cNvPr id="43" name="文本框 42"/>
                <p:cNvSpPr txBox="1"/>
                <p:nvPr/>
              </p:nvSpPr>
              <p:spPr>
                <a:xfrm>
                  <a:off x="1889" y="5422"/>
                  <a:ext cx="3060" cy="31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R="0" lvl="0" indent="0" algn="ctr" fontAlgn="auto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1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defRPr>
                  </a:lvl1pPr>
                </a:lstStyle>
                <a:p>
                  <a:r>
                    <a:rPr lang="en-US" altLang="zh-CN" dirty="0">
                      <a:sym typeface="+mn-ea"/>
                    </a:rPr>
                    <a:t>Enter the </a:t>
                  </a:r>
                  <a:r>
                    <a:rPr lang="en-US" altLang="zh-CN" dirty="0" err="1">
                      <a:sym typeface="+mn-ea"/>
                    </a:rPr>
                    <a:t>text.Enter</a:t>
                  </a:r>
                  <a:r>
                    <a:rPr lang="en-US" altLang="zh-CN" dirty="0">
                      <a:sym typeface="+mn-ea"/>
                    </a:rPr>
                    <a:t> the </a:t>
                  </a:r>
                  <a:r>
                    <a:rPr lang="en-US" altLang="zh-CN" dirty="0" err="1">
                      <a:sym typeface="+mn-ea"/>
                    </a:rPr>
                    <a:t>text.Enter</a:t>
                  </a:r>
                  <a:r>
                    <a:rPr lang="en-US" altLang="zh-CN" dirty="0">
                      <a:sym typeface="+mn-ea"/>
                    </a:rPr>
                    <a:t> the content.</a:t>
                  </a:r>
                </a:p>
                <a:p>
                  <a:r>
                    <a:rPr lang="en-US" altLang="zh-CN" dirty="0">
                      <a:sym typeface="+mn-ea"/>
                    </a:rPr>
                    <a:t>Enter the </a:t>
                  </a:r>
                  <a:r>
                    <a:rPr lang="en-US" altLang="zh-CN" dirty="0" err="1">
                      <a:sym typeface="+mn-ea"/>
                    </a:rPr>
                    <a:t>text.Enter</a:t>
                  </a:r>
                  <a:r>
                    <a:rPr lang="en-US" altLang="zh-CN" dirty="0">
                      <a:sym typeface="+mn-ea"/>
                    </a:rPr>
                    <a:t> the </a:t>
                  </a:r>
                  <a:r>
                    <a:rPr lang="en-US" altLang="zh-CN" dirty="0" err="1">
                      <a:sym typeface="+mn-ea"/>
                    </a:rPr>
                    <a:t>text.Enter</a:t>
                  </a:r>
                  <a:r>
                    <a:rPr lang="en-US" altLang="zh-CN" dirty="0">
                      <a:sym typeface="+mn-ea"/>
                    </a:rPr>
                    <a:t> the content.</a:t>
                  </a:r>
                </a:p>
                <a:p>
                  <a:r>
                    <a:rPr lang="en-US" altLang="zh-CN" dirty="0">
                      <a:sym typeface="+mn-ea"/>
                    </a:rPr>
                    <a:t>Enter the text.</a:t>
                  </a:r>
                </a:p>
              </p:txBody>
            </p:sp>
            <p:sp>
              <p:nvSpPr>
                <p:cNvPr id="44" name="文本框 43"/>
                <p:cNvSpPr txBox="1"/>
                <p:nvPr/>
              </p:nvSpPr>
              <p:spPr>
                <a:xfrm>
                  <a:off x="2581" y="3695"/>
                  <a:ext cx="1678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rPr>
                    <a:t>03</a:t>
                  </a:r>
                </a:p>
              </p:txBody>
            </p:sp>
          </p:grpSp>
          <p:grpSp>
            <p:nvGrpSpPr>
              <p:cNvPr id="15" name="组合 14"/>
              <p:cNvGrpSpPr/>
              <p:nvPr/>
            </p:nvGrpSpPr>
            <p:grpSpPr>
              <a:xfrm>
                <a:off x="6152" y="3200"/>
                <a:ext cx="3277" cy="4993"/>
                <a:chOff x="1781" y="3292"/>
                <a:chExt cx="3277" cy="4993"/>
              </a:xfrm>
            </p:grpSpPr>
            <p:sp>
              <p:nvSpPr>
                <p:cNvPr id="16" name="矩形 15"/>
                <p:cNvSpPr/>
                <p:nvPr/>
              </p:nvSpPr>
              <p:spPr>
                <a:xfrm rot="5400000">
                  <a:off x="923" y="4150"/>
                  <a:ext cx="4993" cy="3277"/>
                </a:xfrm>
                <a:prstGeom prst="rect">
                  <a:avLst/>
                </a:prstGeom>
                <a:noFill/>
                <a:ln w="111125" cap="rnd">
                  <a:solidFill>
                    <a:srgbClr val="1C4F9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思源宋体" panose="02020400000000000000" charset="-122"/>
                  </a:endParaRPr>
                </a:p>
              </p:txBody>
            </p:sp>
            <p:sp>
              <p:nvSpPr>
                <p:cNvPr id="17" name="矩形 16"/>
                <p:cNvSpPr/>
                <p:nvPr/>
              </p:nvSpPr>
              <p:spPr>
                <a:xfrm>
                  <a:off x="1781" y="4518"/>
                  <a:ext cx="3277" cy="710"/>
                </a:xfrm>
                <a:prstGeom prst="rect">
                  <a:avLst/>
                </a:prstGeom>
                <a:solidFill>
                  <a:srgbClr val="1C4F90"/>
                </a:solidFill>
                <a:ln>
                  <a:solidFill>
                    <a:srgbClr val="0C4B6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思源宋体" panose="02020400000000000000" charset="-122"/>
                  </a:endParaRPr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2162" y="4578"/>
                  <a:ext cx="2524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1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  <a:sym typeface="+mn-ea"/>
                    </a:rPr>
                    <a:t>CORE TEXT</a:t>
                  </a:r>
                  <a:endParaRPr kumimoji="0" lang="en-US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endParaRPr>
                </a:p>
              </p:txBody>
            </p:sp>
            <p:sp>
              <p:nvSpPr>
                <p:cNvPr id="19" name="文本框 18"/>
                <p:cNvSpPr txBox="1"/>
                <p:nvPr/>
              </p:nvSpPr>
              <p:spPr>
                <a:xfrm>
                  <a:off x="1889" y="5422"/>
                  <a:ext cx="3060" cy="31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R="0" lvl="0" indent="0" algn="ctr" fontAlgn="auto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1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defRPr>
                  </a:lvl1pPr>
                </a:lstStyle>
                <a:p>
                  <a:r>
                    <a:rPr lang="en-US" altLang="zh-CN" dirty="0">
                      <a:sym typeface="+mn-ea"/>
                    </a:rPr>
                    <a:t>Enter the </a:t>
                  </a:r>
                  <a:r>
                    <a:rPr lang="en-US" altLang="zh-CN" dirty="0" err="1">
                      <a:sym typeface="+mn-ea"/>
                    </a:rPr>
                    <a:t>text.Enter</a:t>
                  </a:r>
                  <a:r>
                    <a:rPr lang="en-US" altLang="zh-CN" dirty="0">
                      <a:sym typeface="+mn-ea"/>
                    </a:rPr>
                    <a:t> the </a:t>
                  </a:r>
                  <a:r>
                    <a:rPr lang="en-US" altLang="zh-CN" dirty="0" err="1">
                      <a:sym typeface="+mn-ea"/>
                    </a:rPr>
                    <a:t>text.Enter</a:t>
                  </a:r>
                  <a:r>
                    <a:rPr lang="en-US" altLang="zh-CN" dirty="0">
                      <a:sym typeface="+mn-ea"/>
                    </a:rPr>
                    <a:t> the content.</a:t>
                  </a:r>
                </a:p>
                <a:p>
                  <a:r>
                    <a:rPr lang="en-US" altLang="zh-CN" dirty="0">
                      <a:sym typeface="+mn-ea"/>
                    </a:rPr>
                    <a:t>Enter the </a:t>
                  </a:r>
                  <a:r>
                    <a:rPr lang="en-US" altLang="zh-CN" dirty="0" err="1">
                      <a:sym typeface="+mn-ea"/>
                    </a:rPr>
                    <a:t>text.Enter</a:t>
                  </a:r>
                  <a:r>
                    <a:rPr lang="en-US" altLang="zh-CN" dirty="0">
                      <a:sym typeface="+mn-ea"/>
                    </a:rPr>
                    <a:t> the </a:t>
                  </a:r>
                  <a:r>
                    <a:rPr lang="en-US" altLang="zh-CN" dirty="0" err="1">
                      <a:sym typeface="+mn-ea"/>
                    </a:rPr>
                    <a:t>text.Enter</a:t>
                  </a:r>
                  <a:r>
                    <a:rPr lang="en-US" altLang="zh-CN" dirty="0">
                      <a:sym typeface="+mn-ea"/>
                    </a:rPr>
                    <a:t> the content.</a:t>
                  </a:r>
                </a:p>
                <a:p>
                  <a:r>
                    <a:rPr lang="en-US" altLang="zh-CN" dirty="0">
                      <a:sym typeface="+mn-ea"/>
                    </a:rPr>
                    <a:t>Enter the text.</a:t>
                  </a:r>
                </a:p>
              </p:txBody>
            </p:sp>
            <p:sp>
              <p:nvSpPr>
                <p:cNvPr id="20" name="文本框 19"/>
                <p:cNvSpPr txBox="1"/>
                <p:nvPr/>
              </p:nvSpPr>
              <p:spPr>
                <a:xfrm>
                  <a:off x="2581" y="3695"/>
                  <a:ext cx="1678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rPr>
                    <a:t>02</a:t>
                  </a:r>
                </a:p>
              </p:txBody>
            </p:sp>
          </p:grpSp>
        </p:grpSp>
        <p:grpSp>
          <p:nvGrpSpPr>
            <p:cNvPr id="2" name="组合 1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6" name="直角三角形 5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直角三角形 6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</a:p>
          </p:txBody>
        </p:sp>
      </p:grpSp>
    </p:spTree>
    <p:custDataLst>
      <p:tags r:id="rId1"/>
    </p:custDataLst>
  </p:cSld>
  <p:clrMapOvr>
    <a:masterClrMapping/>
  </p:clrMapOvr>
  <p:transition advTm="2000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1246505" y="-1269365"/>
            <a:ext cx="14789150" cy="9489440"/>
            <a:chOff x="-1963" y="-1999"/>
            <a:chExt cx="23290" cy="14944"/>
          </a:xfrm>
        </p:grpSpPr>
        <p:grpSp>
          <p:nvGrpSpPr>
            <p:cNvPr id="11" name="组合 10"/>
            <p:cNvGrpSpPr/>
            <p:nvPr/>
          </p:nvGrpSpPr>
          <p:grpSpPr>
            <a:xfrm>
              <a:off x="-1963" y="-1999"/>
              <a:ext cx="6600" cy="4024"/>
              <a:chOff x="-1277" y="-1319"/>
              <a:chExt cx="4304" cy="2624"/>
            </a:xfrm>
          </p:grpSpPr>
          <p:sp>
            <p:nvSpPr>
              <p:cNvPr id="3" name="直角三角形 2"/>
              <p:cNvSpPr/>
              <p:nvPr/>
            </p:nvSpPr>
            <p:spPr>
              <a:xfrm rot="2700000" flipH="1">
                <a:off x="-1277" y="-1319"/>
                <a:ext cx="2624" cy="2624"/>
              </a:xfrm>
              <a:prstGeom prst="rtTriangle">
                <a:avLst/>
              </a:prstGeom>
              <a:solidFill>
                <a:schemeClr val="bg2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  <p:sp>
            <p:nvSpPr>
              <p:cNvPr id="30" name="直角三角形 29"/>
              <p:cNvSpPr/>
              <p:nvPr/>
            </p:nvSpPr>
            <p:spPr>
              <a:xfrm rot="2700000" flipH="1">
                <a:off x="403" y="-1319"/>
                <a:ext cx="2624" cy="2624"/>
              </a:xfrm>
              <a:prstGeom prst="rtTriangle">
                <a:avLst/>
              </a:prstGeom>
              <a:solidFill>
                <a:srgbClr val="1C4F9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</p:grpSp>
        <p:sp>
          <p:nvSpPr>
            <p:cNvPr id="34" name="文本框 33"/>
            <p:cNvSpPr txBox="1"/>
            <p:nvPr/>
          </p:nvSpPr>
          <p:spPr>
            <a:xfrm>
              <a:off x="4291" y="4202"/>
              <a:ext cx="10486" cy="2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80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在此输入标题</a:t>
              </a: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4291" y="6076"/>
              <a:ext cx="10619" cy="1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text.Enter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text.</a:t>
              </a: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8459" y="1561"/>
              <a:ext cx="2150" cy="2052"/>
              <a:chOff x="8884" y="1621"/>
              <a:chExt cx="2150" cy="2052"/>
            </a:xfrm>
          </p:grpSpPr>
          <p:sp>
            <p:nvSpPr>
              <p:cNvPr id="13" name="直角三角形 12"/>
              <p:cNvSpPr/>
              <p:nvPr/>
            </p:nvSpPr>
            <p:spPr>
              <a:xfrm rot="2700000" flipH="1">
                <a:off x="8933" y="1621"/>
                <a:ext cx="2052" cy="2052"/>
              </a:xfrm>
              <a:prstGeom prst="rtTriangle">
                <a:avLst/>
              </a:prstGeom>
              <a:solidFill>
                <a:schemeClr val="bg2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  <p:sp>
            <p:nvSpPr>
              <p:cNvPr id="51" name="等腰三角形 50"/>
              <p:cNvSpPr/>
              <p:nvPr/>
            </p:nvSpPr>
            <p:spPr>
              <a:xfrm flipV="1">
                <a:off x="8884" y="2319"/>
                <a:ext cx="2151" cy="1355"/>
              </a:xfrm>
              <a:prstGeom prst="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</p:grpSp>
        <p:sp>
          <p:nvSpPr>
            <p:cNvPr id="15" name="文本框 14"/>
            <p:cNvSpPr txBox="1"/>
            <p:nvPr/>
          </p:nvSpPr>
          <p:spPr>
            <a:xfrm>
              <a:off x="8948" y="2171"/>
              <a:ext cx="1174" cy="10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04</a:t>
              </a: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4263" y="8638"/>
              <a:ext cx="7064" cy="4307"/>
              <a:chOff x="16183" y="9681"/>
              <a:chExt cx="4304" cy="2624"/>
            </a:xfrm>
          </p:grpSpPr>
          <p:sp>
            <p:nvSpPr>
              <p:cNvPr id="9" name="直角三角形 8"/>
              <p:cNvSpPr/>
              <p:nvPr/>
            </p:nvSpPr>
            <p:spPr>
              <a:xfrm rot="18900000" flipH="1" flipV="1">
                <a:off x="17863" y="9681"/>
                <a:ext cx="2624" cy="2624"/>
              </a:xfrm>
              <a:prstGeom prst="rtTriangle">
                <a:avLst/>
              </a:prstGeom>
              <a:solidFill>
                <a:schemeClr val="bg2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  <p:sp>
            <p:nvSpPr>
              <p:cNvPr id="10" name="直角三角形 9"/>
              <p:cNvSpPr/>
              <p:nvPr/>
            </p:nvSpPr>
            <p:spPr>
              <a:xfrm rot="18900000" flipH="1" flipV="1">
                <a:off x="16183" y="9681"/>
                <a:ext cx="2624" cy="2624"/>
              </a:xfrm>
              <a:prstGeom prst="rtTriangle">
                <a:avLst/>
              </a:prstGeom>
              <a:solidFill>
                <a:srgbClr val="1C4F9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C4F90"/>
                  </a:solidFill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  <p:transition advTm="2000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227965" y="0"/>
            <a:ext cx="11069955" cy="6055995"/>
            <a:chOff x="-359" y="0"/>
            <a:chExt cx="17433" cy="9537"/>
          </a:xfrm>
        </p:grpSpPr>
        <p:grpSp>
          <p:nvGrpSpPr>
            <p:cNvPr id="2" name="组合 1"/>
            <p:cNvGrpSpPr/>
            <p:nvPr/>
          </p:nvGrpSpPr>
          <p:grpSpPr>
            <a:xfrm>
              <a:off x="1770" y="2751"/>
              <a:ext cx="15305" cy="6787"/>
              <a:chOff x="1770" y="2739"/>
              <a:chExt cx="15305" cy="6787"/>
            </a:xfrm>
          </p:grpSpPr>
          <p:pic>
            <p:nvPicPr>
              <p:cNvPr id="106" name="图片 105" descr="C:\Users\Administrator\Downloads\02.千库\毕业答辩\千库网_校园同学合影摄影图_摄影图编号80719.jpg千库网_校园同学合影摄影图_摄影图编号80719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10011" y="6911"/>
                <a:ext cx="7063" cy="2615"/>
              </a:xfrm>
              <a:prstGeom prst="rect">
                <a:avLst/>
              </a:prstGeom>
            </p:spPr>
          </p:pic>
          <p:sp>
            <p:nvSpPr>
              <p:cNvPr id="48" name="文本框 47"/>
              <p:cNvSpPr txBox="1"/>
              <p:nvPr/>
            </p:nvSpPr>
            <p:spPr>
              <a:xfrm>
                <a:off x="2020" y="3063"/>
                <a:ext cx="728" cy="1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01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endParaRPr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1770" y="2879"/>
                <a:ext cx="1377" cy="1179"/>
                <a:chOff x="5643638" y="2647116"/>
                <a:chExt cx="874252" cy="748543"/>
              </a:xfrm>
            </p:grpSpPr>
            <p:sp>
              <p:nvSpPr>
                <p:cNvPr id="53" name="菱形 52"/>
                <p:cNvSpPr/>
                <p:nvPr/>
              </p:nvSpPr>
              <p:spPr>
                <a:xfrm>
                  <a:off x="5731255" y="2647116"/>
                  <a:ext cx="748543" cy="748543"/>
                </a:xfrm>
                <a:prstGeom prst="diamond">
                  <a:avLst/>
                </a:prstGeom>
                <a:solidFill>
                  <a:srgbClr val="1C4F9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  <p:sp>
              <p:nvSpPr>
                <p:cNvPr id="54" name="文本框 53"/>
                <p:cNvSpPr txBox="1"/>
                <p:nvPr/>
              </p:nvSpPr>
              <p:spPr>
                <a:xfrm>
                  <a:off x="5643638" y="2770919"/>
                  <a:ext cx="874252" cy="5218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>
                          <a:lumMod val="95000"/>
                        </a:prstClr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rPr>
                    <a:t>01</a:t>
                  </a:r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95000"/>
                      </a:prst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</p:grpSp>
          <p:sp>
            <p:nvSpPr>
              <p:cNvPr id="83" name="矩形 82"/>
              <p:cNvSpPr/>
              <p:nvPr/>
            </p:nvSpPr>
            <p:spPr>
              <a:xfrm>
                <a:off x="1823" y="6911"/>
                <a:ext cx="7935" cy="2615"/>
              </a:xfrm>
              <a:prstGeom prst="rect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思源宋体" panose="02020400000000000000" charset="-122"/>
                </a:endParaRPr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2114" y="8001"/>
                <a:ext cx="7353" cy="9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85" name="文本框 84"/>
              <p:cNvSpPr txBox="1"/>
              <p:nvPr/>
            </p:nvSpPr>
            <p:spPr>
              <a:xfrm>
                <a:off x="3195" y="2739"/>
                <a:ext cx="2862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CORE TEXT</a:t>
                </a:r>
                <a:endPara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C4F90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86" name="文本框 85"/>
              <p:cNvSpPr txBox="1"/>
              <p:nvPr/>
            </p:nvSpPr>
            <p:spPr>
              <a:xfrm>
                <a:off x="3255" y="3271"/>
                <a:ext cx="5580" cy="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87" name="文本框 86"/>
              <p:cNvSpPr txBox="1"/>
              <p:nvPr/>
            </p:nvSpPr>
            <p:spPr>
              <a:xfrm>
                <a:off x="10260" y="3063"/>
                <a:ext cx="728" cy="1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01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endParaRPr>
              </a:p>
            </p:txBody>
          </p:sp>
          <p:grpSp>
            <p:nvGrpSpPr>
              <p:cNvPr id="88" name="组合 87"/>
              <p:cNvGrpSpPr/>
              <p:nvPr/>
            </p:nvGrpSpPr>
            <p:grpSpPr>
              <a:xfrm>
                <a:off x="10010" y="2879"/>
                <a:ext cx="1377" cy="1179"/>
                <a:chOff x="5643638" y="2647116"/>
                <a:chExt cx="874252" cy="748543"/>
              </a:xfrm>
            </p:grpSpPr>
            <p:sp>
              <p:nvSpPr>
                <p:cNvPr id="89" name="菱形 88"/>
                <p:cNvSpPr/>
                <p:nvPr/>
              </p:nvSpPr>
              <p:spPr>
                <a:xfrm>
                  <a:off x="5731255" y="2647116"/>
                  <a:ext cx="748543" cy="748543"/>
                </a:xfrm>
                <a:prstGeom prst="diamond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  <p:sp>
              <p:nvSpPr>
                <p:cNvPr id="90" name="文本框 89"/>
                <p:cNvSpPr txBox="1"/>
                <p:nvPr/>
              </p:nvSpPr>
              <p:spPr>
                <a:xfrm>
                  <a:off x="5643638" y="2770919"/>
                  <a:ext cx="874252" cy="5218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>
                          <a:lumMod val="95000"/>
                        </a:prstClr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rPr>
                    <a:t>0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>
                          <a:lumMod val="95000"/>
                        </a:prstClr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rPr>
                    <a:t>2</a:t>
                  </a:r>
                </a:p>
              </p:txBody>
            </p:sp>
          </p:grpSp>
          <p:sp>
            <p:nvSpPr>
              <p:cNvPr id="91" name="文本框 90"/>
              <p:cNvSpPr txBox="1"/>
              <p:nvPr/>
            </p:nvSpPr>
            <p:spPr>
              <a:xfrm>
                <a:off x="11435" y="2739"/>
                <a:ext cx="2862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CORE TEXT</a:t>
                </a:r>
                <a:endPara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C4F90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92" name="文本框 91"/>
              <p:cNvSpPr txBox="1"/>
              <p:nvPr/>
            </p:nvSpPr>
            <p:spPr>
              <a:xfrm>
                <a:off x="11495" y="3271"/>
                <a:ext cx="5580" cy="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93" name="文本框 92"/>
              <p:cNvSpPr txBox="1"/>
              <p:nvPr/>
            </p:nvSpPr>
            <p:spPr>
              <a:xfrm>
                <a:off x="2020" y="5093"/>
                <a:ext cx="728" cy="1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01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endParaRPr>
              </a:p>
            </p:txBody>
          </p:sp>
          <p:grpSp>
            <p:nvGrpSpPr>
              <p:cNvPr id="94" name="组合 93"/>
              <p:cNvGrpSpPr/>
              <p:nvPr/>
            </p:nvGrpSpPr>
            <p:grpSpPr>
              <a:xfrm>
                <a:off x="1770" y="4909"/>
                <a:ext cx="1377" cy="1179"/>
                <a:chOff x="5643638" y="2647116"/>
                <a:chExt cx="874252" cy="748543"/>
              </a:xfrm>
            </p:grpSpPr>
            <p:sp>
              <p:nvSpPr>
                <p:cNvPr id="95" name="菱形 94"/>
                <p:cNvSpPr/>
                <p:nvPr/>
              </p:nvSpPr>
              <p:spPr>
                <a:xfrm>
                  <a:off x="5731255" y="2647116"/>
                  <a:ext cx="748543" cy="748543"/>
                </a:xfrm>
                <a:prstGeom prst="diamond">
                  <a:avLst/>
                </a:prstGeom>
                <a:solidFill>
                  <a:schemeClr val="bg2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  <p:sp>
              <p:nvSpPr>
                <p:cNvPr id="96" name="文本框 95"/>
                <p:cNvSpPr txBox="1"/>
                <p:nvPr/>
              </p:nvSpPr>
              <p:spPr>
                <a:xfrm>
                  <a:off x="5643638" y="2770919"/>
                  <a:ext cx="874252" cy="5218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>
                          <a:lumMod val="95000"/>
                        </a:prstClr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rPr>
                    <a:t>03</a:t>
                  </a:r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95000"/>
                      </a:prst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</p:grpSp>
          <p:sp>
            <p:nvSpPr>
              <p:cNvPr id="97" name="文本框 96"/>
              <p:cNvSpPr txBox="1"/>
              <p:nvPr/>
            </p:nvSpPr>
            <p:spPr>
              <a:xfrm>
                <a:off x="3195" y="4769"/>
                <a:ext cx="2862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CORE TEXT</a:t>
                </a:r>
                <a:endPara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C4F90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3255" y="5301"/>
                <a:ext cx="5580" cy="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10260" y="5093"/>
                <a:ext cx="728" cy="1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01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endParaRPr>
              </a:p>
            </p:txBody>
          </p:sp>
          <p:grpSp>
            <p:nvGrpSpPr>
              <p:cNvPr id="100" name="组合 99"/>
              <p:cNvGrpSpPr/>
              <p:nvPr/>
            </p:nvGrpSpPr>
            <p:grpSpPr>
              <a:xfrm>
                <a:off x="10010" y="4909"/>
                <a:ext cx="1377" cy="1179"/>
                <a:chOff x="5643638" y="2647116"/>
                <a:chExt cx="874252" cy="748543"/>
              </a:xfrm>
            </p:grpSpPr>
            <p:sp>
              <p:nvSpPr>
                <p:cNvPr id="101" name="菱形 100"/>
                <p:cNvSpPr/>
                <p:nvPr/>
              </p:nvSpPr>
              <p:spPr>
                <a:xfrm>
                  <a:off x="5731255" y="2647116"/>
                  <a:ext cx="748543" cy="748543"/>
                </a:xfrm>
                <a:prstGeom prst="diamond">
                  <a:avLst/>
                </a:prstGeom>
                <a:solidFill>
                  <a:srgbClr val="1C4F9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  <p:sp>
              <p:nvSpPr>
                <p:cNvPr id="102" name="文本框 101"/>
                <p:cNvSpPr txBox="1"/>
                <p:nvPr/>
              </p:nvSpPr>
              <p:spPr>
                <a:xfrm>
                  <a:off x="5643638" y="2770919"/>
                  <a:ext cx="874252" cy="5218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>
                          <a:lumMod val="95000"/>
                        </a:prstClr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思源宋体" panose="02020400000000000000" charset="-122"/>
                    </a:rPr>
                    <a:t>04</a:t>
                  </a:r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95000"/>
                      </a:prst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endParaRPr>
                </a:p>
              </p:txBody>
            </p:sp>
          </p:grpSp>
          <p:sp>
            <p:nvSpPr>
              <p:cNvPr id="103" name="文本框 102"/>
              <p:cNvSpPr txBox="1"/>
              <p:nvPr/>
            </p:nvSpPr>
            <p:spPr>
              <a:xfrm>
                <a:off x="11435" y="4769"/>
                <a:ext cx="2862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CORE TEXT</a:t>
                </a:r>
                <a:endPara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C4F90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104" name="文本框 103"/>
              <p:cNvSpPr txBox="1"/>
              <p:nvPr/>
            </p:nvSpPr>
            <p:spPr>
              <a:xfrm>
                <a:off x="11495" y="5301"/>
                <a:ext cx="5580" cy="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text.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  <p:sp>
            <p:nvSpPr>
              <p:cNvPr id="105" name="文本框 104"/>
              <p:cNvSpPr txBox="1"/>
              <p:nvPr/>
            </p:nvSpPr>
            <p:spPr>
              <a:xfrm>
                <a:off x="2225" y="7234"/>
                <a:ext cx="4924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20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EDIT CORE CONTENT</a:t>
                </a:r>
                <a:endPara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15" name="直角三角形 14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</a:p>
          </p:txBody>
        </p:sp>
      </p:grpSp>
    </p:spTree>
    <p:custDataLst>
      <p:tags r:id="rId1"/>
    </p:custDataLst>
  </p:cSld>
  <p:clrMapOvr>
    <a:masterClrMapping/>
  </p:clrMapOvr>
  <p:transition advTm="2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-227965" y="0"/>
            <a:ext cx="11323320" cy="5994400"/>
            <a:chOff x="-359" y="0"/>
            <a:chExt cx="17832" cy="9440"/>
          </a:xfrm>
        </p:grpSpPr>
        <p:grpSp>
          <p:nvGrpSpPr>
            <p:cNvPr id="59" name="组合 58"/>
            <p:cNvGrpSpPr/>
            <p:nvPr/>
          </p:nvGrpSpPr>
          <p:grpSpPr>
            <a:xfrm>
              <a:off x="1417" y="2968"/>
              <a:ext cx="16056" cy="6472"/>
              <a:chOff x="1417" y="2968"/>
              <a:chExt cx="16056" cy="6472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1417" y="2968"/>
                <a:ext cx="16057" cy="6472"/>
                <a:chOff x="849" y="1696"/>
                <a:chExt cx="12680" cy="5110"/>
              </a:xfrm>
            </p:grpSpPr>
            <p:grpSp>
              <p:nvGrpSpPr>
                <p:cNvPr id="2" name="组合 1"/>
                <p:cNvGrpSpPr/>
                <p:nvPr/>
              </p:nvGrpSpPr>
              <p:grpSpPr>
                <a:xfrm>
                  <a:off x="849" y="1839"/>
                  <a:ext cx="4077" cy="4875"/>
                  <a:chOff x="539223" y="1167594"/>
                  <a:chExt cx="2589166" cy="3095667"/>
                </a:xfrm>
              </p:grpSpPr>
              <p:sp>
                <p:nvSpPr>
                  <p:cNvPr id="4" name="Rectangle 56"/>
                  <p:cNvSpPr/>
                  <p:nvPr/>
                </p:nvSpPr>
                <p:spPr>
                  <a:xfrm>
                    <a:off x="539223" y="1445754"/>
                    <a:ext cx="2589165" cy="1106152"/>
                  </a:xfrm>
                  <a:prstGeom prst="rect">
                    <a:avLst/>
                  </a:prstGeom>
                  <a:solidFill>
                    <a:schemeClr val="bg2">
                      <a:lumMod val="8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5" name="Rectangle 57"/>
                  <p:cNvSpPr/>
                  <p:nvPr/>
                </p:nvSpPr>
                <p:spPr>
                  <a:xfrm>
                    <a:off x="539223" y="2551907"/>
                    <a:ext cx="2589165" cy="294851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6" name="Rectangle 58"/>
                  <p:cNvSpPr/>
                  <p:nvPr/>
                </p:nvSpPr>
                <p:spPr>
                  <a:xfrm>
                    <a:off x="539223" y="2846759"/>
                    <a:ext cx="2589165" cy="294851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7" name="Rectangle 59"/>
                  <p:cNvSpPr/>
                  <p:nvPr/>
                </p:nvSpPr>
                <p:spPr>
                  <a:xfrm>
                    <a:off x="539223" y="3141609"/>
                    <a:ext cx="2589165" cy="294851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8" name="Rectangle 60"/>
                  <p:cNvSpPr/>
                  <p:nvPr/>
                </p:nvSpPr>
                <p:spPr>
                  <a:xfrm>
                    <a:off x="539223" y="3436460"/>
                    <a:ext cx="2589165" cy="294851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9" name="Rectangle 61"/>
                  <p:cNvSpPr/>
                  <p:nvPr/>
                </p:nvSpPr>
                <p:spPr>
                  <a:xfrm>
                    <a:off x="539223" y="1167594"/>
                    <a:ext cx="2589165" cy="294851"/>
                  </a:xfrm>
                  <a:prstGeom prst="rect">
                    <a:avLst/>
                  </a:prstGeom>
                  <a:solidFill>
                    <a:schemeClr val="bg2">
                      <a:lumMod val="9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0" name="TextBox 62"/>
                  <p:cNvSpPr txBox="1"/>
                  <p:nvPr/>
                </p:nvSpPr>
                <p:spPr>
                  <a:xfrm>
                    <a:off x="1375026" y="1214890"/>
                    <a:ext cx="917559" cy="225062"/>
                  </a:xfrm>
                  <a:prstGeom prst="rect">
                    <a:avLst/>
                  </a:prstGeom>
                  <a:noFill/>
                </p:spPr>
                <p:txBody>
                  <a:bodyPr wrap="none"/>
                  <a:lstStyle/>
                  <a:p>
                    <a:pPr algn="ctr"/>
                    <a:r>
                      <a:rPr lang="en-US" altLang="zh-CN" sz="1200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EDIT CONTENT</a:t>
                    </a:r>
                  </a:p>
                </p:txBody>
              </p:sp>
              <p:sp>
                <p:nvSpPr>
                  <p:cNvPr id="11" name="TextBox 63"/>
                  <p:cNvSpPr txBox="1"/>
                  <p:nvPr/>
                </p:nvSpPr>
                <p:spPr>
                  <a:xfrm>
                    <a:off x="1411620" y="1522106"/>
                    <a:ext cx="715580" cy="692498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normAutofit fontScale="95000"/>
                  </a:bodyPr>
                  <a:lstStyle/>
                  <a:p>
                    <a:pPr algn="ctr"/>
                    <a:r>
                      <a:rPr lang="id-ID" sz="5400" b="1" dirty="0">
                        <a:solidFill>
                          <a:srgbClr val="FFFFFF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10</a:t>
                    </a:r>
                  </a:p>
                </p:txBody>
              </p:sp>
              <p:sp>
                <p:nvSpPr>
                  <p:cNvPr id="12" name="TextBox 64"/>
                  <p:cNvSpPr txBox="1"/>
                  <p:nvPr/>
                </p:nvSpPr>
                <p:spPr>
                  <a:xfrm>
                    <a:off x="2052017" y="1733210"/>
                    <a:ext cx="394580" cy="415499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normAutofit fontScale="97500" lnSpcReduction="10000"/>
                  </a:bodyPr>
                  <a:lstStyle/>
                  <a:p>
                    <a:pPr algn="ctr"/>
                    <a:r>
                      <a:rPr lang="en-US" altLang="zh-CN" sz="3000" dirty="0">
                        <a:solidFill>
                          <a:srgbClr val="FFFFFF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%</a:t>
                    </a:r>
                  </a:p>
                </p:txBody>
              </p:sp>
              <p:sp>
                <p:nvSpPr>
                  <p:cNvPr id="14" name="TextBox 66"/>
                  <p:cNvSpPr txBox="1"/>
                  <p:nvPr/>
                </p:nvSpPr>
                <p:spPr>
                  <a:xfrm>
                    <a:off x="1418309" y="2604113"/>
                    <a:ext cx="830998" cy="207749"/>
                  </a:xfrm>
                  <a:prstGeom prst="rect">
                    <a:avLst/>
                  </a:prstGeom>
                  <a:noFill/>
                </p:spPr>
                <p:txBody>
                  <a:bodyPr wrap="none"/>
                  <a:lstStyle/>
                  <a:p>
                    <a:pPr algn="ctr"/>
                    <a:r>
                      <a:rPr lang="zh-CN" altLang="en-US" sz="1030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编辑文本内容</a:t>
                    </a:r>
                  </a:p>
                </p:txBody>
              </p:sp>
              <p:sp>
                <p:nvSpPr>
                  <p:cNvPr id="15" name="Rectangle 70"/>
                  <p:cNvSpPr/>
                  <p:nvPr/>
                </p:nvSpPr>
                <p:spPr>
                  <a:xfrm>
                    <a:off x="539224" y="3911384"/>
                    <a:ext cx="2589165" cy="351877"/>
                  </a:xfrm>
                  <a:prstGeom prst="rect">
                    <a:avLst/>
                  </a:prstGeom>
                  <a:solidFill>
                    <a:schemeClr val="bg2">
                      <a:lumMod val="8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anchor="ctr">
                    <a:normAutofit/>
                  </a:bodyPr>
                  <a:lstStyle/>
                  <a:p>
                    <a:pPr algn="ctr"/>
                    <a:r>
                      <a:rPr lang="en-US" altLang="zh-CN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56,138</a:t>
                    </a:r>
                    <a:r>
                      <a:rPr lang="zh-CN" altLang="en-US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￥</a:t>
                    </a:r>
                  </a:p>
                </p:txBody>
              </p:sp>
              <p:sp>
                <p:nvSpPr>
                  <p:cNvPr id="38" name="TextBox 115"/>
                  <p:cNvSpPr txBox="1"/>
                  <p:nvPr/>
                </p:nvSpPr>
                <p:spPr>
                  <a:xfrm>
                    <a:off x="1418309" y="2898963"/>
                    <a:ext cx="830998" cy="207749"/>
                  </a:xfrm>
                  <a:prstGeom prst="rect">
                    <a:avLst/>
                  </a:prstGeom>
                  <a:noFill/>
                </p:spPr>
                <p:txBody>
                  <a:bodyPr wrap="none"/>
                  <a:lstStyle/>
                  <a:p>
                    <a:pPr algn="ctr"/>
                    <a:r>
                      <a:rPr lang="zh-CN" altLang="en-US" sz="1030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编辑文本内容</a:t>
                    </a:r>
                  </a:p>
                </p:txBody>
              </p:sp>
              <p:sp>
                <p:nvSpPr>
                  <p:cNvPr id="39" name="TextBox 117"/>
                  <p:cNvSpPr txBox="1"/>
                  <p:nvPr/>
                </p:nvSpPr>
                <p:spPr>
                  <a:xfrm>
                    <a:off x="1418309" y="3193814"/>
                    <a:ext cx="830998" cy="207749"/>
                  </a:xfrm>
                  <a:prstGeom prst="rect">
                    <a:avLst/>
                  </a:prstGeom>
                  <a:noFill/>
                </p:spPr>
                <p:txBody>
                  <a:bodyPr wrap="none"/>
                  <a:lstStyle/>
                  <a:p>
                    <a:pPr algn="ctr"/>
                    <a:r>
                      <a:rPr lang="zh-CN" altLang="en-US" sz="1030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编辑文本内容</a:t>
                    </a:r>
                  </a:p>
                </p:txBody>
              </p:sp>
              <p:sp>
                <p:nvSpPr>
                  <p:cNvPr id="40" name="TextBox 118"/>
                  <p:cNvSpPr txBox="1"/>
                  <p:nvPr/>
                </p:nvSpPr>
                <p:spPr>
                  <a:xfrm>
                    <a:off x="1418309" y="3488664"/>
                    <a:ext cx="830998" cy="207749"/>
                  </a:xfrm>
                  <a:prstGeom prst="rect">
                    <a:avLst/>
                  </a:prstGeom>
                  <a:noFill/>
                </p:spPr>
                <p:txBody>
                  <a:bodyPr wrap="none"/>
                  <a:lstStyle/>
                  <a:p>
                    <a:pPr algn="ctr"/>
                    <a:r>
                      <a:rPr lang="zh-CN" altLang="en-US" sz="1030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编辑文本内容</a:t>
                    </a:r>
                  </a:p>
                </p:txBody>
              </p:sp>
            </p:grpSp>
            <p:grpSp>
              <p:nvGrpSpPr>
                <p:cNvPr id="50" name="组合 49"/>
                <p:cNvGrpSpPr/>
                <p:nvPr/>
              </p:nvGrpSpPr>
              <p:grpSpPr>
                <a:xfrm>
                  <a:off x="5116" y="1696"/>
                  <a:ext cx="4112" cy="5110"/>
                  <a:chOff x="3248853" y="1076826"/>
                  <a:chExt cx="2611098" cy="3245095"/>
                </a:xfrm>
              </p:grpSpPr>
              <p:sp>
                <p:nvSpPr>
                  <p:cNvPr id="16" name="Rectangle 72"/>
                  <p:cNvSpPr/>
                  <p:nvPr/>
                </p:nvSpPr>
                <p:spPr>
                  <a:xfrm>
                    <a:off x="3270786" y="1445753"/>
                    <a:ext cx="2589165" cy="1106152"/>
                  </a:xfrm>
                  <a:prstGeom prst="rect">
                    <a:avLst/>
                  </a:prstGeom>
                  <a:solidFill>
                    <a:srgbClr val="1C4F90"/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7" name="Rectangle 73"/>
                  <p:cNvSpPr/>
                  <p:nvPr/>
                </p:nvSpPr>
                <p:spPr>
                  <a:xfrm>
                    <a:off x="3248853" y="2551907"/>
                    <a:ext cx="2589165" cy="294851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8" name="Rectangle 74"/>
                  <p:cNvSpPr/>
                  <p:nvPr/>
                </p:nvSpPr>
                <p:spPr>
                  <a:xfrm>
                    <a:off x="3270786" y="2846759"/>
                    <a:ext cx="2589165" cy="294851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19" name="Rectangle 75"/>
                  <p:cNvSpPr/>
                  <p:nvPr/>
                </p:nvSpPr>
                <p:spPr>
                  <a:xfrm>
                    <a:off x="3270786" y="3141609"/>
                    <a:ext cx="2589165" cy="294851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0" name="Rectangle 76"/>
                  <p:cNvSpPr/>
                  <p:nvPr/>
                </p:nvSpPr>
                <p:spPr>
                  <a:xfrm>
                    <a:off x="3270786" y="3436461"/>
                    <a:ext cx="2589165" cy="294851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1" name="Rectangle 80"/>
                  <p:cNvSpPr/>
                  <p:nvPr/>
                </p:nvSpPr>
                <p:spPr>
                  <a:xfrm>
                    <a:off x="3270786" y="1076826"/>
                    <a:ext cx="2589165" cy="385621"/>
                  </a:xfrm>
                  <a:prstGeom prst="rect">
                    <a:avLst/>
                  </a:prstGeom>
                  <a:solidFill>
                    <a:schemeClr val="bg2">
                      <a:lumMod val="9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2" name="TextBox 81"/>
                  <p:cNvSpPr txBox="1"/>
                  <p:nvPr/>
                </p:nvSpPr>
                <p:spPr>
                  <a:xfrm>
                    <a:off x="4106594" y="1140591"/>
                    <a:ext cx="917559" cy="225062"/>
                  </a:xfrm>
                  <a:prstGeom prst="rect">
                    <a:avLst/>
                  </a:prstGeom>
                  <a:noFill/>
                </p:spPr>
                <p:txBody>
                  <a:bodyPr wrap="none"/>
                  <a:lstStyle/>
                  <a:p>
                    <a:pPr algn="ctr"/>
                    <a:r>
                      <a:rPr lang="en-US" altLang="zh-CN" sz="1200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EDIT CONTENT</a:t>
                    </a:r>
                  </a:p>
                </p:txBody>
              </p:sp>
              <p:sp>
                <p:nvSpPr>
                  <p:cNvPr id="23" name="TextBox 82"/>
                  <p:cNvSpPr txBox="1"/>
                  <p:nvPr/>
                </p:nvSpPr>
                <p:spPr>
                  <a:xfrm>
                    <a:off x="4164860" y="1489025"/>
                    <a:ext cx="780503" cy="761747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normAutofit fontScale="95000"/>
                  </a:bodyPr>
                  <a:lstStyle/>
                  <a:p>
                    <a:pPr algn="ctr"/>
                    <a:r>
                      <a:rPr lang="id-ID" sz="6000" b="1" dirty="0">
                        <a:solidFill>
                          <a:srgbClr val="FFFFFF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20</a:t>
                    </a:r>
                  </a:p>
                </p:txBody>
              </p:sp>
              <p:sp>
                <p:nvSpPr>
                  <p:cNvPr id="24" name="TextBox 83"/>
                  <p:cNvSpPr txBox="1"/>
                  <p:nvPr/>
                </p:nvSpPr>
                <p:spPr>
                  <a:xfrm>
                    <a:off x="4823546" y="1733213"/>
                    <a:ext cx="394580" cy="415499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normAutofit fontScale="97500" lnSpcReduction="10000"/>
                  </a:bodyPr>
                  <a:lstStyle/>
                  <a:p>
                    <a:pPr algn="ctr"/>
                    <a:r>
                      <a:rPr lang="en-US" altLang="zh-CN" sz="3000" dirty="0">
                        <a:solidFill>
                          <a:srgbClr val="FFFFFF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%</a:t>
                    </a:r>
                  </a:p>
                </p:txBody>
              </p:sp>
              <p:sp>
                <p:nvSpPr>
                  <p:cNvPr id="26" name="Rectangle 91"/>
                  <p:cNvSpPr/>
                  <p:nvPr/>
                </p:nvSpPr>
                <p:spPr>
                  <a:xfrm>
                    <a:off x="3270785" y="3896150"/>
                    <a:ext cx="2589166" cy="425771"/>
                  </a:xfrm>
                  <a:prstGeom prst="rect">
                    <a:avLst/>
                  </a:prstGeom>
                  <a:solidFill>
                    <a:srgbClr val="1C4F90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anchor="ctr">
                    <a:normAutofit/>
                  </a:bodyPr>
                  <a:lstStyle/>
                  <a:p>
                    <a:pPr algn="ctr"/>
                    <a:r>
                      <a:rPr lang="en-US" altLang="zh-CN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63,151</a:t>
                    </a:r>
                    <a:r>
                      <a:rPr lang="zh-CN" altLang="en-US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￥</a:t>
                    </a:r>
                    <a:endParaRPr lang="zh-CN" altLang="en-US" b="1" dirty="0">
                      <a:solidFill>
                        <a:srgbClr val="FFFFFF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sym typeface="+mn-ea"/>
                    </a:endParaRPr>
                  </a:p>
                </p:txBody>
              </p:sp>
            </p:grpSp>
            <p:grpSp>
              <p:nvGrpSpPr>
                <p:cNvPr id="51" name="组合 50"/>
                <p:cNvGrpSpPr/>
                <p:nvPr/>
              </p:nvGrpSpPr>
              <p:grpSpPr>
                <a:xfrm>
                  <a:off x="9453" y="1839"/>
                  <a:ext cx="4077" cy="4875"/>
                  <a:chOff x="6002781" y="1167595"/>
                  <a:chExt cx="2589165" cy="3095666"/>
                </a:xfrm>
              </p:grpSpPr>
              <p:sp>
                <p:nvSpPr>
                  <p:cNvPr id="27" name="Rectangle 93"/>
                  <p:cNvSpPr/>
                  <p:nvPr/>
                </p:nvSpPr>
                <p:spPr>
                  <a:xfrm>
                    <a:off x="6002781" y="1445754"/>
                    <a:ext cx="2589165" cy="1106152"/>
                  </a:xfrm>
                  <a:prstGeom prst="rect">
                    <a:avLst/>
                  </a:prstGeom>
                  <a:solidFill>
                    <a:schemeClr val="bg2">
                      <a:lumMod val="8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8" name="Rectangle 94"/>
                  <p:cNvSpPr/>
                  <p:nvPr/>
                </p:nvSpPr>
                <p:spPr>
                  <a:xfrm>
                    <a:off x="6002781" y="2551907"/>
                    <a:ext cx="2589165" cy="294851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29" name="Rectangle 99"/>
                  <p:cNvSpPr/>
                  <p:nvPr/>
                </p:nvSpPr>
                <p:spPr>
                  <a:xfrm>
                    <a:off x="6002781" y="2846759"/>
                    <a:ext cx="2589165" cy="294851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30" name="Rectangle 100"/>
                  <p:cNvSpPr/>
                  <p:nvPr/>
                </p:nvSpPr>
                <p:spPr>
                  <a:xfrm>
                    <a:off x="6002781" y="3141609"/>
                    <a:ext cx="2589165" cy="294851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31" name="Rectangle 101"/>
                  <p:cNvSpPr/>
                  <p:nvPr/>
                </p:nvSpPr>
                <p:spPr>
                  <a:xfrm>
                    <a:off x="6002781" y="3436460"/>
                    <a:ext cx="2589165" cy="294851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  <a:alpha val="30000"/>
                    </a:schemeClr>
                  </a:solidFill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32" name="Rectangle 102"/>
                  <p:cNvSpPr/>
                  <p:nvPr/>
                </p:nvSpPr>
                <p:spPr>
                  <a:xfrm>
                    <a:off x="6002781" y="1167595"/>
                    <a:ext cx="2589165" cy="294851"/>
                  </a:xfrm>
                  <a:prstGeom prst="rect">
                    <a:avLst/>
                  </a:prstGeom>
                  <a:solidFill>
                    <a:schemeClr val="bg2">
                      <a:lumMod val="9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思源宋体 CN Heavy" panose="02020900000000000000" pitchFamily="18" charset="-122"/>
                      <a:ea typeface="思源宋体 CN Heavy" panose="02020900000000000000" pitchFamily="18" charset="-122"/>
                    </a:endParaRPr>
                  </a:p>
                </p:txBody>
              </p:sp>
              <p:sp>
                <p:nvSpPr>
                  <p:cNvPr id="33" name="TextBox 103"/>
                  <p:cNvSpPr txBox="1"/>
                  <p:nvPr/>
                </p:nvSpPr>
                <p:spPr>
                  <a:xfrm>
                    <a:off x="6838589" y="1214890"/>
                    <a:ext cx="917559" cy="225062"/>
                  </a:xfrm>
                  <a:prstGeom prst="rect">
                    <a:avLst/>
                  </a:prstGeom>
                  <a:noFill/>
                </p:spPr>
                <p:txBody>
                  <a:bodyPr wrap="none"/>
                  <a:lstStyle/>
                  <a:p>
                    <a:pPr algn="ctr"/>
                    <a:r>
                      <a:rPr lang="en-US" altLang="zh-CN" sz="1200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EDIT CONTENT</a:t>
                    </a:r>
                  </a:p>
                </p:txBody>
              </p:sp>
              <p:sp>
                <p:nvSpPr>
                  <p:cNvPr id="34" name="TextBox 105"/>
                  <p:cNvSpPr txBox="1"/>
                  <p:nvPr/>
                </p:nvSpPr>
                <p:spPr>
                  <a:xfrm>
                    <a:off x="6939574" y="1508999"/>
                    <a:ext cx="715580" cy="692498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normAutofit fontScale="95000"/>
                  </a:bodyPr>
                  <a:lstStyle/>
                  <a:p>
                    <a:pPr algn="ctr"/>
                    <a:r>
                      <a:rPr lang="id-ID" sz="5400" b="1" dirty="0">
                        <a:solidFill>
                          <a:srgbClr val="FFFFFF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50</a:t>
                    </a:r>
                  </a:p>
                </p:txBody>
              </p:sp>
              <p:sp>
                <p:nvSpPr>
                  <p:cNvPr id="35" name="TextBox 106"/>
                  <p:cNvSpPr txBox="1"/>
                  <p:nvPr/>
                </p:nvSpPr>
                <p:spPr>
                  <a:xfrm>
                    <a:off x="7555541" y="1733210"/>
                    <a:ext cx="394580" cy="415499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normAutofit fontScale="97500" lnSpcReduction="10000"/>
                  </a:bodyPr>
                  <a:lstStyle/>
                  <a:p>
                    <a:pPr algn="ctr"/>
                    <a:r>
                      <a:rPr lang="en-US" altLang="zh-CN" sz="3000" dirty="0">
                        <a:solidFill>
                          <a:srgbClr val="FFFFFF"/>
                        </a:soli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</a:rPr>
                      <a:t>%</a:t>
                    </a:r>
                  </a:p>
                </p:txBody>
              </p:sp>
              <p:sp>
                <p:nvSpPr>
                  <p:cNvPr id="37" name="Rectangle 112"/>
                  <p:cNvSpPr/>
                  <p:nvPr/>
                </p:nvSpPr>
                <p:spPr>
                  <a:xfrm>
                    <a:off x="6002781" y="3911384"/>
                    <a:ext cx="2589165" cy="351877"/>
                  </a:xfrm>
                  <a:prstGeom prst="rect">
                    <a:avLst/>
                  </a:prstGeom>
                  <a:solidFill>
                    <a:schemeClr val="bg2">
                      <a:lumMod val="8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anchor="ctr">
                    <a:normAutofit/>
                  </a:bodyPr>
                  <a:lstStyle/>
                  <a:p>
                    <a:pPr algn="ctr"/>
                    <a:r>
                      <a:rPr lang="en-US" altLang="zh-CN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92,517</a:t>
                    </a:r>
                    <a:r>
                      <a:rPr lang="zh-CN" altLang="en-US" b="1" dirty="0"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sym typeface="+mn-ea"/>
                      </a:rPr>
                      <a:t>￥</a:t>
                    </a:r>
                    <a:endParaRPr lang="zh-CN" altLang="en-US" b="1" dirty="0">
                      <a:solidFill>
                        <a:srgbClr val="FFFFFF"/>
                      </a:solidFill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sym typeface="+mn-ea"/>
                    </a:endParaRPr>
                  </a:p>
                </p:txBody>
              </p:sp>
            </p:grpSp>
          </p:grpSp>
          <p:sp>
            <p:nvSpPr>
              <p:cNvPr id="49" name="TextBox 66"/>
              <p:cNvSpPr txBox="1"/>
              <p:nvPr/>
            </p:nvSpPr>
            <p:spPr>
              <a:xfrm>
                <a:off x="8618" y="5997"/>
                <a:ext cx="1657" cy="414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ctr"/>
                <a:r>
                  <a:rPr lang="zh-CN" altLang="en-US" sz="103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编辑文本内容</a:t>
                </a:r>
              </a:p>
            </p:txBody>
          </p:sp>
          <p:sp>
            <p:nvSpPr>
              <p:cNvPr id="52" name="TextBox 115"/>
              <p:cNvSpPr txBox="1"/>
              <p:nvPr/>
            </p:nvSpPr>
            <p:spPr>
              <a:xfrm>
                <a:off x="8618" y="6585"/>
                <a:ext cx="1657" cy="414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ctr"/>
                <a:r>
                  <a:rPr lang="zh-CN" altLang="en-US" sz="103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编辑文本内容</a:t>
                </a:r>
              </a:p>
            </p:txBody>
          </p:sp>
          <p:sp>
            <p:nvSpPr>
              <p:cNvPr id="53" name="TextBox 117"/>
              <p:cNvSpPr txBox="1"/>
              <p:nvPr/>
            </p:nvSpPr>
            <p:spPr>
              <a:xfrm>
                <a:off x="8618" y="7173"/>
                <a:ext cx="1657" cy="414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ctr"/>
                <a:r>
                  <a:rPr lang="zh-CN" altLang="en-US" sz="103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编辑文本内容</a:t>
                </a:r>
              </a:p>
            </p:txBody>
          </p:sp>
          <p:sp>
            <p:nvSpPr>
              <p:cNvPr id="54" name="TextBox 118"/>
              <p:cNvSpPr txBox="1"/>
              <p:nvPr/>
            </p:nvSpPr>
            <p:spPr>
              <a:xfrm>
                <a:off x="8618" y="7762"/>
                <a:ext cx="1657" cy="414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ctr"/>
                <a:r>
                  <a:rPr lang="zh-CN" altLang="en-US" sz="103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编辑文本内容</a:t>
                </a:r>
              </a:p>
            </p:txBody>
          </p:sp>
          <p:sp>
            <p:nvSpPr>
              <p:cNvPr id="55" name="TextBox 66"/>
              <p:cNvSpPr txBox="1"/>
              <p:nvPr/>
            </p:nvSpPr>
            <p:spPr>
              <a:xfrm>
                <a:off x="14180" y="5997"/>
                <a:ext cx="1657" cy="414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ctr"/>
                <a:r>
                  <a:rPr lang="zh-CN" altLang="en-US" sz="103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编辑文本内容</a:t>
                </a:r>
              </a:p>
            </p:txBody>
          </p:sp>
          <p:sp>
            <p:nvSpPr>
              <p:cNvPr id="56" name="TextBox 115"/>
              <p:cNvSpPr txBox="1"/>
              <p:nvPr/>
            </p:nvSpPr>
            <p:spPr>
              <a:xfrm>
                <a:off x="14180" y="6585"/>
                <a:ext cx="1657" cy="414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ctr"/>
                <a:r>
                  <a:rPr lang="zh-CN" altLang="en-US" sz="103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编辑文本内容</a:t>
                </a:r>
              </a:p>
            </p:txBody>
          </p:sp>
          <p:sp>
            <p:nvSpPr>
              <p:cNvPr id="57" name="TextBox 117"/>
              <p:cNvSpPr txBox="1"/>
              <p:nvPr/>
            </p:nvSpPr>
            <p:spPr>
              <a:xfrm>
                <a:off x="14180" y="7173"/>
                <a:ext cx="1657" cy="414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ctr"/>
                <a:r>
                  <a:rPr lang="zh-CN" altLang="en-US" sz="103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编辑文本内容</a:t>
                </a:r>
              </a:p>
            </p:txBody>
          </p:sp>
          <p:sp>
            <p:nvSpPr>
              <p:cNvPr id="58" name="TextBox 118"/>
              <p:cNvSpPr txBox="1"/>
              <p:nvPr/>
            </p:nvSpPr>
            <p:spPr>
              <a:xfrm>
                <a:off x="14180" y="7762"/>
                <a:ext cx="1657" cy="414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ctr"/>
                <a:r>
                  <a:rPr lang="zh-CN" altLang="en-US" sz="103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编辑文本内容</a:t>
                </a: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25" name="直角三角形 24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直角三角形 35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1" name="文本框 40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</a:p>
          </p:txBody>
        </p:sp>
      </p:grpSp>
    </p:spTree>
    <p:custDataLst>
      <p:tags r:id="rId1"/>
    </p:custDataLst>
  </p:cSld>
  <p:clrMapOvr>
    <a:masterClrMapping/>
  </p:clrMapOvr>
  <p:transition advTm="2000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27965" y="0"/>
            <a:ext cx="11045190" cy="6025515"/>
            <a:chOff x="-359" y="0"/>
            <a:chExt cx="17394" cy="9489"/>
          </a:xfrm>
        </p:grpSpPr>
        <p:grpSp>
          <p:nvGrpSpPr>
            <p:cNvPr id="30" name="组合 29"/>
            <p:cNvGrpSpPr/>
            <p:nvPr/>
          </p:nvGrpSpPr>
          <p:grpSpPr>
            <a:xfrm>
              <a:off x="2147" y="2931"/>
              <a:ext cx="14889" cy="6559"/>
              <a:chOff x="2147" y="2931"/>
              <a:chExt cx="14889" cy="6559"/>
            </a:xfrm>
          </p:grpSpPr>
          <p:sp>
            <p:nvSpPr>
              <p:cNvPr id="31" name="Freeform 9"/>
              <p:cNvSpPr/>
              <p:nvPr/>
            </p:nvSpPr>
            <p:spPr bwMode="auto">
              <a:xfrm>
                <a:off x="8078" y="6169"/>
                <a:ext cx="3044" cy="3056"/>
              </a:xfrm>
              <a:custGeom>
                <a:avLst/>
                <a:gdLst>
                  <a:gd name="T0" fmla="*/ 362 w 725"/>
                  <a:gd name="T1" fmla="*/ 0 h 726"/>
                  <a:gd name="T2" fmla="*/ 0 w 725"/>
                  <a:gd name="T3" fmla="*/ 363 h 726"/>
                  <a:gd name="T4" fmla="*/ 362 w 725"/>
                  <a:gd name="T5" fmla="*/ 726 h 726"/>
                  <a:gd name="T6" fmla="*/ 725 w 725"/>
                  <a:gd name="T7" fmla="*/ 363 h 726"/>
                  <a:gd name="T8" fmla="*/ 362 w 725"/>
                  <a:gd name="T9" fmla="*/ 0 h 7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5" h="726">
                    <a:moveTo>
                      <a:pt x="362" y="0"/>
                    </a:moveTo>
                    <a:cubicBezTo>
                      <a:pt x="162" y="0"/>
                      <a:pt x="0" y="163"/>
                      <a:pt x="0" y="363"/>
                    </a:cubicBezTo>
                    <a:cubicBezTo>
                      <a:pt x="0" y="563"/>
                      <a:pt x="162" y="726"/>
                      <a:pt x="362" y="726"/>
                    </a:cubicBezTo>
                    <a:cubicBezTo>
                      <a:pt x="563" y="726"/>
                      <a:pt x="725" y="563"/>
                      <a:pt x="725" y="363"/>
                    </a:cubicBezTo>
                    <a:cubicBezTo>
                      <a:pt x="525" y="363"/>
                      <a:pt x="362" y="200"/>
                      <a:pt x="362" y="0"/>
                    </a:cubicBezTo>
                    <a:close/>
                  </a:path>
                </a:pathLst>
              </a:custGeom>
              <a:solidFill>
                <a:schemeClr val="bg2">
                  <a:lumMod val="85000"/>
                </a:schemeClr>
              </a:solidFill>
              <a:ln w="25400" cap="flat">
                <a:solidFill>
                  <a:schemeClr val="bg1">
                    <a:lumMod val="95000"/>
                  </a:scheme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7"/>
              <p:cNvSpPr/>
              <p:nvPr/>
            </p:nvSpPr>
            <p:spPr bwMode="auto">
              <a:xfrm>
                <a:off x="9597" y="4646"/>
                <a:ext cx="3048" cy="3052"/>
              </a:xfrm>
              <a:custGeom>
                <a:avLst/>
                <a:gdLst>
                  <a:gd name="T0" fmla="*/ 363 w 726"/>
                  <a:gd name="T1" fmla="*/ 0 h 725"/>
                  <a:gd name="T2" fmla="*/ 0 w 726"/>
                  <a:gd name="T3" fmla="*/ 362 h 725"/>
                  <a:gd name="T4" fmla="*/ 363 w 726"/>
                  <a:gd name="T5" fmla="*/ 725 h 725"/>
                  <a:gd name="T6" fmla="*/ 726 w 726"/>
                  <a:gd name="T7" fmla="*/ 362 h 725"/>
                  <a:gd name="T8" fmla="*/ 363 w 726"/>
                  <a:gd name="T9" fmla="*/ 0 h 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6" h="725">
                    <a:moveTo>
                      <a:pt x="363" y="0"/>
                    </a:moveTo>
                    <a:cubicBezTo>
                      <a:pt x="363" y="200"/>
                      <a:pt x="201" y="362"/>
                      <a:pt x="0" y="362"/>
                    </a:cubicBezTo>
                    <a:cubicBezTo>
                      <a:pt x="0" y="562"/>
                      <a:pt x="163" y="725"/>
                      <a:pt x="363" y="725"/>
                    </a:cubicBezTo>
                    <a:cubicBezTo>
                      <a:pt x="563" y="725"/>
                      <a:pt x="726" y="562"/>
                      <a:pt x="726" y="362"/>
                    </a:cubicBezTo>
                    <a:cubicBezTo>
                      <a:pt x="726" y="162"/>
                      <a:pt x="563" y="0"/>
                      <a:pt x="363" y="0"/>
                    </a:cubicBezTo>
                    <a:close/>
                  </a:path>
                </a:pathLst>
              </a:custGeom>
              <a:solidFill>
                <a:srgbClr val="264D88"/>
              </a:solidFill>
              <a:ln w="25400" cap="flat">
                <a:solidFill>
                  <a:schemeClr val="bg1">
                    <a:lumMod val="95000"/>
                  </a:scheme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8078" y="3118"/>
                <a:ext cx="3044" cy="3052"/>
              </a:xfrm>
              <a:custGeom>
                <a:avLst/>
                <a:gdLst>
                  <a:gd name="T0" fmla="*/ 362 w 725"/>
                  <a:gd name="T1" fmla="*/ 0 h 725"/>
                  <a:gd name="T2" fmla="*/ 0 w 725"/>
                  <a:gd name="T3" fmla="*/ 363 h 725"/>
                  <a:gd name="T4" fmla="*/ 362 w 725"/>
                  <a:gd name="T5" fmla="*/ 725 h 725"/>
                  <a:gd name="T6" fmla="*/ 725 w 725"/>
                  <a:gd name="T7" fmla="*/ 363 h 725"/>
                  <a:gd name="T8" fmla="*/ 362 w 725"/>
                  <a:gd name="T9" fmla="*/ 0 h 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5" h="725">
                    <a:moveTo>
                      <a:pt x="362" y="0"/>
                    </a:moveTo>
                    <a:cubicBezTo>
                      <a:pt x="162" y="0"/>
                      <a:pt x="0" y="162"/>
                      <a:pt x="0" y="363"/>
                    </a:cubicBezTo>
                    <a:cubicBezTo>
                      <a:pt x="200" y="363"/>
                      <a:pt x="362" y="525"/>
                      <a:pt x="362" y="725"/>
                    </a:cubicBezTo>
                    <a:cubicBezTo>
                      <a:pt x="563" y="725"/>
                      <a:pt x="725" y="563"/>
                      <a:pt x="725" y="363"/>
                    </a:cubicBezTo>
                    <a:cubicBezTo>
                      <a:pt x="725" y="162"/>
                      <a:pt x="563" y="0"/>
                      <a:pt x="362" y="0"/>
                    </a:cubicBezTo>
                    <a:close/>
                  </a:path>
                </a:pathLst>
              </a:custGeom>
              <a:solidFill>
                <a:schemeClr val="bg2">
                  <a:lumMod val="85000"/>
                </a:schemeClr>
              </a:solidFill>
              <a:ln w="25400" cap="flat">
                <a:solidFill>
                  <a:schemeClr val="bg1">
                    <a:lumMod val="95000"/>
                  </a:scheme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Freeform 8"/>
              <p:cNvSpPr/>
              <p:nvPr/>
            </p:nvSpPr>
            <p:spPr bwMode="auto">
              <a:xfrm>
                <a:off x="6553" y="4646"/>
                <a:ext cx="3044" cy="3052"/>
              </a:xfrm>
              <a:custGeom>
                <a:avLst/>
                <a:gdLst>
                  <a:gd name="T0" fmla="*/ 363 w 725"/>
                  <a:gd name="T1" fmla="*/ 0 h 725"/>
                  <a:gd name="T2" fmla="*/ 0 w 725"/>
                  <a:gd name="T3" fmla="*/ 362 h 725"/>
                  <a:gd name="T4" fmla="*/ 363 w 725"/>
                  <a:gd name="T5" fmla="*/ 725 h 725"/>
                  <a:gd name="T6" fmla="*/ 725 w 725"/>
                  <a:gd name="T7" fmla="*/ 362 h 725"/>
                  <a:gd name="T8" fmla="*/ 363 w 725"/>
                  <a:gd name="T9" fmla="*/ 0 h 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5" h="725">
                    <a:moveTo>
                      <a:pt x="363" y="0"/>
                    </a:moveTo>
                    <a:cubicBezTo>
                      <a:pt x="162" y="0"/>
                      <a:pt x="0" y="162"/>
                      <a:pt x="0" y="362"/>
                    </a:cubicBezTo>
                    <a:cubicBezTo>
                      <a:pt x="0" y="562"/>
                      <a:pt x="162" y="725"/>
                      <a:pt x="363" y="725"/>
                    </a:cubicBezTo>
                    <a:cubicBezTo>
                      <a:pt x="363" y="525"/>
                      <a:pt x="525" y="362"/>
                      <a:pt x="725" y="362"/>
                    </a:cubicBezTo>
                    <a:cubicBezTo>
                      <a:pt x="725" y="162"/>
                      <a:pt x="563" y="0"/>
                      <a:pt x="363" y="0"/>
                    </a:cubicBezTo>
                    <a:close/>
                  </a:path>
                </a:pathLst>
              </a:custGeom>
              <a:solidFill>
                <a:srgbClr val="264D88"/>
              </a:solidFill>
              <a:ln w="25400" cap="flat">
                <a:solidFill>
                  <a:schemeClr val="bg1">
                    <a:lumMod val="95000"/>
                  </a:scheme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 10"/>
              <p:cNvSpPr>
                <a:spLocks noEditPoints="1"/>
              </p:cNvSpPr>
              <p:nvPr/>
            </p:nvSpPr>
            <p:spPr bwMode="auto">
              <a:xfrm>
                <a:off x="3727" y="2931"/>
                <a:ext cx="508" cy="683"/>
              </a:xfrm>
              <a:custGeom>
                <a:avLst/>
                <a:gdLst>
                  <a:gd name="T0" fmla="*/ 96 w 145"/>
                  <a:gd name="T1" fmla="*/ 71 h 195"/>
                  <a:gd name="T2" fmla="*/ 72 w 145"/>
                  <a:gd name="T3" fmla="*/ 81 h 195"/>
                  <a:gd name="T4" fmla="*/ 60 w 145"/>
                  <a:gd name="T5" fmla="*/ 79 h 195"/>
                  <a:gd name="T6" fmla="*/ 49 w 145"/>
                  <a:gd name="T7" fmla="*/ 71 h 195"/>
                  <a:gd name="T8" fmla="*/ 43 w 145"/>
                  <a:gd name="T9" fmla="*/ 71 h 195"/>
                  <a:gd name="T10" fmla="*/ 43 w 145"/>
                  <a:gd name="T11" fmla="*/ 78 h 195"/>
                  <a:gd name="T12" fmla="*/ 56 w 145"/>
                  <a:gd name="T13" fmla="*/ 87 h 195"/>
                  <a:gd name="T14" fmla="*/ 72 w 145"/>
                  <a:gd name="T15" fmla="*/ 90 h 195"/>
                  <a:gd name="T16" fmla="*/ 102 w 145"/>
                  <a:gd name="T17" fmla="*/ 78 h 195"/>
                  <a:gd name="T18" fmla="*/ 102 w 145"/>
                  <a:gd name="T19" fmla="*/ 71 h 195"/>
                  <a:gd name="T20" fmla="*/ 96 w 145"/>
                  <a:gd name="T21" fmla="*/ 71 h 195"/>
                  <a:gd name="T22" fmla="*/ 106 w 145"/>
                  <a:gd name="T23" fmla="*/ 170 h 195"/>
                  <a:gd name="T24" fmla="*/ 106 w 145"/>
                  <a:gd name="T25" fmla="*/ 170 h 195"/>
                  <a:gd name="T26" fmla="*/ 39 w 145"/>
                  <a:gd name="T27" fmla="*/ 170 h 195"/>
                  <a:gd name="T28" fmla="*/ 34 w 145"/>
                  <a:gd name="T29" fmla="*/ 174 h 195"/>
                  <a:gd name="T30" fmla="*/ 39 w 145"/>
                  <a:gd name="T31" fmla="*/ 179 h 195"/>
                  <a:gd name="T32" fmla="*/ 106 w 145"/>
                  <a:gd name="T33" fmla="*/ 179 h 195"/>
                  <a:gd name="T34" fmla="*/ 111 w 145"/>
                  <a:gd name="T35" fmla="*/ 174 h 195"/>
                  <a:gd name="T36" fmla="*/ 106 w 145"/>
                  <a:gd name="T37" fmla="*/ 170 h 195"/>
                  <a:gd name="T38" fmla="*/ 145 w 145"/>
                  <a:gd name="T39" fmla="*/ 75 h 195"/>
                  <a:gd name="T40" fmla="*/ 145 w 145"/>
                  <a:gd name="T41" fmla="*/ 75 h 195"/>
                  <a:gd name="T42" fmla="*/ 124 w 145"/>
                  <a:gd name="T43" fmla="*/ 22 h 195"/>
                  <a:gd name="T44" fmla="*/ 72 w 145"/>
                  <a:gd name="T45" fmla="*/ 0 h 195"/>
                  <a:gd name="T46" fmla="*/ 21 w 145"/>
                  <a:gd name="T47" fmla="*/ 22 h 195"/>
                  <a:gd name="T48" fmla="*/ 0 w 145"/>
                  <a:gd name="T49" fmla="*/ 75 h 195"/>
                  <a:gd name="T50" fmla="*/ 9 w 145"/>
                  <a:gd name="T51" fmla="*/ 112 h 195"/>
                  <a:gd name="T52" fmla="*/ 9 w 145"/>
                  <a:gd name="T53" fmla="*/ 112 h 195"/>
                  <a:gd name="T54" fmla="*/ 31 w 145"/>
                  <a:gd name="T55" fmla="*/ 137 h 195"/>
                  <a:gd name="T56" fmla="*/ 31 w 145"/>
                  <a:gd name="T57" fmla="*/ 158 h 195"/>
                  <a:gd name="T58" fmla="*/ 39 w 145"/>
                  <a:gd name="T59" fmla="*/ 166 h 195"/>
                  <a:gd name="T60" fmla="*/ 106 w 145"/>
                  <a:gd name="T61" fmla="*/ 166 h 195"/>
                  <a:gd name="T62" fmla="*/ 114 w 145"/>
                  <a:gd name="T63" fmla="*/ 158 h 195"/>
                  <a:gd name="T64" fmla="*/ 114 w 145"/>
                  <a:gd name="T65" fmla="*/ 137 h 195"/>
                  <a:gd name="T66" fmla="*/ 136 w 145"/>
                  <a:gd name="T67" fmla="*/ 112 h 195"/>
                  <a:gd name="T68" fmla="*/ 136 w 145"/>
                  <a:gd name="T69" fmla="*/ 112 h 195"/>
                  <a:gd name="T70" fmla="*/ 145 w 145"/>
                  <a:gd name="T71" fmla="*/ 75 h 195"/>
                  <a:gd name="T72" fmla="*/ 123 w 145"/>
                  <a:gd name="T73" fmla="*/ 104 h 195"/>
                  <a:gd name="T74" fmla="*/ 123 w 145"/>
                  <a:gd name="T75" fmla="*/ 104 h 195"/>
                  <a:gd name="T76" fmla="*/ 123 w 145"/>
                  <a:gd name="T77" fmla="*/ 104 h 195"/>
                  <a:gd name="T78" fmla="*/ 123 w 145"/>
                  <a:gd name="T79" fmla="*/ 104 h 195"/>
                  <a:gd name="T80" fmla="*/ 102 w 145"/>
                  <a:gd name="T81" fmla="*/ 126 h 195"/>
                  <a:gd name="T82" fmla="*/ 99 w 145"/>
                  <a:gd name="T83" fmla="*/ 133 h 195"/>
                  <a:gd name="T84" fmla="*/ 99 w 145"/>
                  <a:gd name="T85" fmla="*/ 133 h 195"/>
                  <a:gd name="T86" fmla="*/ 99 w 145"/>
                  <a:gd name="T87" fmla="*/ 150 h 195"/>
                  <a:gd name="T88" fmla="*/ 46 w 145"/>
                  <a:gd name="T89" fmla="*/ 150 h 195"/>
                  <a:gd name="T90" fmla="*/ 46 w 145"/>
                  <a:gd name="T91" fmla="*/ 133 h 195"/>
                  <a:gd name="T92" fmla="*/ 42 w 145"/>
                  <a:gd name="T93" fmla="*/ 126 h 195"/>
                  <a:gd name="T94" fmla="*/ 22 w 145"/>
                  <a:gd name="T95" fmla="*/ 104 h 195"/>
                  <a:gd name="T96" fmla="*/ 22 w 145"/>
                  <a:gd name="T97" fmla="*/ 104 h 195"/>
                  <a:gd name="T98" fmla="*/ 14 w 145"/>
                  <a:gd name="T99" fmla="*/ 75 h 195"/>
                  <a:gd name="T100" fmla="*/ 31 w 145"/>
                  <a:gd name="T101" fmla="*/ 33 h 195"/>
                  <a:gd name="T102" fmla="*/ 72 w 145"/>
                  <a:gd name="T103" fmla="*/ 15 h 195"/>
                  <a:gd name="T104" fmla="*/ 113 w 145"/>
                  <a:gd name="T105" fmla="*/ 33 h 195"/>
                  <a:gd name="T106" fmla="*/ 130 w 145"/>
                  <a:gd name="T107" fmla="*/ 75 h 195"/>
                  <a:gd name="T108" fmla="*/ 123 w 145"/>
                  <a:gd name="T109" fmla="*/ 104 h 195"/>
                  <a:gd name="T110" fmla="*/ 92 w 145"/>
                  <a:gd name="T111" fmla="*/ 186 h 195"/>
                  <a:gd name="T112" fmla="*/ 92 w 145"/>
                  <a:gd name="T113" fmla="*/ 186 h 195"/>
                  <a:gd name="T114" fmla="*/ 53 w 145"/>
                  <a:gd name="T115" fmla="*/ 186 h 195"/>
                  <a:gd name="T116" fmla="*/ 48 w 145"/>
                  <a:gd name="T117" fmla="*/ 190 h 195"/>
                  <a:gd name="T118" fmla="*/ 53 w 145"/>
                  <a:gd name="T119" fmla="*/ 195 h 195"/>
                  <a:gd name="T120" fmla="*/ 92 w 145"/>
                  <a:gd name="T121" fmla="*/ 195 h 195"/>
                  <a:gd name="T122" fmla="*/ 96 w 145"/>
                  <a:gd name="T123" fmla="*/ 190 h 195"/>
                  <a:gd name="T124" fmla="*/ 92 w 145"/>
                  <a:gd name="T125" fmla="*/ 186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45" h="195">
                    <a:moveTo>
                      <a:pt x="96" y="71"/>
                    </a:moveTo>
                    <a:cubicBezTo>
                      <a:pt x="90" y="77"/>
                      <a:pt x="82" y="81"/>
                      <a:pt x="72" y="81"/>
                    </a:cubicBezTo>
                    <a:cubicBezTo>
                      <a:pt x="68" y="81"/>
                      <a:pt x="63" y="80"/>
                      <a:pt x="60" y="79"/>
                    </a:cubicBezTo>
                    <a:cubicBezTo>
                      <a:pt x="56" y="77"/>
                      <a:pt x="52" y="74"/>
                      <a:pt x="49" y="71"/>
                    </a:cubicBezTo>
                    <a:cubicBezTo>
                      <a:pt x="47" y="69"/>
                      <a:pt x="44" y="69"/>
                      <a:pt x="43" y="71"/>
                    </a:cubicBezTo>
                    <a:cubicBezTo>
                      <a:pt x="41" y="73"/>
                      <a:pt x="41" y="76"/>
                      <a:pt x="43" y="78"/>
                    </a:cubicBezTo>
                    <a:cubicBezTo>
                      <a:pt x="46" y="82"/>
                      <a:pt x="51" y="85"/>
                      <a:pt x="56" y="87"/>
                    </a:cubicBezTo>
                    <a:cubicBezTo>
                      <a:pt x="61" y="89"/>
                      <a:pt x="67" y="90"/>
                      <a:pt x="72" y="90"/>
                    </a:cubicBezTo>
                    <a:cubicBezTo>
                      <a:pt x="84" y="90"/>
                      <a:pt x="95" y="85"/>
                      <a:pt x="102" y="78"/>
                    </a:cubicBezTo>
                    <a:cubicBezTo>
                      <a:pt x="104" y="76"/>
                      <a:pt x="104" y="73"/>
                      <a:pt x="102" y="71"/>
                    </a:cubicBezTo>
                    <a:cubicBezTo>
                      <a:pt x="100" y="69"/>
                      <a:pt x="98" y="69"/>
                      <a:pt x="96" y="71"/>
                    </a:cubicBezTo>
                    <a:close/>
                    <a:moveTo>
                      <a:pt x="106" y="170"/>
                    </a:moveTo>
                    <a:cubicBezTo>
                      <a:pt x="106" y="170"/>
                      <a:pt x="106" y="170"/>
                      <a:pt x="106" y="170"/>
                    </a:cubicBezTo>
                    <a:cubicBezTo>
                      <a:pt x="39" y="170"/>
                      <a:pt x="39" y="170"/>
                      <a:pt x="39" y="170"/>
                    </a:cubicBezTo>
                    <a:cubicBezTo>
                      <a:pt x="36" y="170"/>
                      <a:pt x="34" y="172"/>
                      <a:pt x="34" y="174"/>
                    </a:cubicBezTo>
                    <a:cubicBezTo>
                      <a:pt x="34" y="177"/>
                      <a:pt x="36" y="179"/>
                      <a:pt x="39" y="179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9" y="179"/>
                      <a:pt x="111" y="177"/>
                      <a:pt x="111" y="174"/>
                    </a:cubicBezTo>
                    <a:cubicBezTo>
                      <a:pt x="111" y="172"/>
                      <a:pt x="109" y="170"/>
                      <a:pt x="106" y="170"/>
                    </a:cubicBezTo>
                    <a:close/>
                    <a:moveTo>
                      <a:pt x="145" y="75"/>
                    </a:moveTo>
                    <a:cubicBezTo>
                      <a:pt x="145" y="75"/>
                      <a:pt x="145" y="75"/>
                      <a:pt x="145" y="75"/>
                    </a:cubicBezTo>
                    <a:cubicBezTo>
                      <a:pt x="145" y="54"/>
                      <a:pt x="137" y="36"/>
                      <a:pt x="124" y="22"/>
                    </a:cubicBezTo>
                    <a:cubicBezTo>
                      <a:pt x="111" y="9"/>
                      <a:pt x="92" y="0"/>
                      <a:pt x="72" y="0"/>
                    </a:cubicBezTo>
                    <a:cubicBezTo>
                      <a:pt x="52" y="0"/>
                      <a:pt x="34" y="9"/>
                      <a:pt x="21" y="22"/>
                    </a:cubicBezTo>
                    <a:cubicBezTo>
                      <a:pt x="8" y="36"/>
                      <a:pt x="0" y="54"/>
                      <a:pt x="0" y="75"/>
                    </a:cubicBezTo>
                    <a:cubicBezTo>
                      <a:pt x="0" y="88"/>
                      <a:pt x="3" y="101"/>
                      <a:pt x="9" y="112"/>
                    </a:cubicBezTo>
                    <a:cubicBezTo>
                      <a:pt x="9" y="112"/>
                      <a:pt x="9" y="112"/>
                      <a:pt x="9" y="112"/>
                    </a:cubicBezTo>
                    <a:cubicBezTo>
                      <a:pt x="14" y="122"/>
                      <a:pt x="22" y="130"/>
                      <a:pt x="31" y="137"/>
                    </a:cubicBezTo>
                    <a:cubicBezTo>
                      <a:pt x="31" y="158"/>
                      <a:pt x="31" y="158"/>
                      <a:pt x="31" y="158"/>
                    </a:cubicBezTo>
                    <a:cubicBezTo>
                      <a:pt x="31" y="162"/>
                      <a:pt x="34" y="166"/>
                      <a:pt x="39" y="166"/>
                    </a:cubicBezTo>
                    <a:cubicBezTo>
                      <a:pt x="106" y="166"/>
                      <a:pt x="106" y="166"/>
                      <a:pt x="106" y="166"/>
                    </a:cubicBezTo>
                    <a:cubicBezTo>
                      <a:pt x="110" y="166"/>
                      <a:pt x="114" y="162"/>
                      <a:pt x="114" y="158"/>
                    </a:cubicBezTo>
                    <a:cubicBezTo>
                      <a:pt x="114" y="137"/>
                      <a:pt x="114" y="137"/>
                      <a:pt x="114" y="137"/>
                    </a:cubicBezTo>
                    <a:cubicBezTo>
                      <a:pt x="123" y="130"/>
                      <a:pt x="130" y="122"/>
                      <a:pt x="136" y="112"/>
                    </a:cubicBezTo>
                    <a:cubicBezTo>
                      <a:pt x="136" y="112"/>
                      <a:pt x="136" y="112"/>
                      <a:pt x="136" y="112"/>
                    </a:cubicBezTo>
                    <a:cubicBezTo>
                      <a:pt x="142" y="101"/>
                      <a:pt x="145" y="88"/>
                      <a:pt x="145" y="75"/>
                    </a:cubicBezTo>
                    <a:close/>
                    <a:moveTo>
                      <a:pt x="123" y="104"/>
                    </a:moveTo>
                    <a:cubicBezTo>
                      <a:pt x="123" y="104"/>
                      <a:pt x="123" y="104"/>
                      <a:pt x="123" y="104"/>
                    </a:cubicBezTo>
                    <a:cubicBezTo>
                      <a:pt x="123" y="104"/>
                      <a:pt x="123" y="104"/>
                      <a:pt x="123" y="104"/>
                    </a:cubicBezTo>
                    <a:cubicBezTo>
                      <a:pt x="123" y="104"/>
                      <a:pt x="123" y="104"/>
                      <a:pt x="123" y="104"/>
                    </a:cubicBezTo>
                    <a:cubicBezTo>
                      <a:pt x="118" y="114"/>
                      <a:pt x="111" y="121"/>
                      <a:pt x="102" y="126"/>
                    </a:cubicBezTo>
                    <a:cubicBezTo>
                      <a:pt x="100" y="128"/>
                      <a:pt x="99" y="130"/>
                      <a:pt x="99" y="133"/>
                    </a:cubicBezTo>
                    <a:cubicBezTo>
                      <a:pt x="99" y="133"/>
                      <a:pt x="99" y="133"/>
                      <a:pt x="99" y="133"/>
                    </a:cubicBezTo>
                    <a:cubicBezTo>
                      <a:pt x="99" y="150"/>
                      <a:pt x="99" y="150"/>
                      <a:pt x="99" y="150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46" y="133"/>
                      <a:pt x="46" y="133"/>
                      <a:pt x="46" y="133"/>
                    </a:cubicBezTo>
                    <a:cubicBezTo>
                      <a:pt x="46" y="130"/>
                      <a:pt x="44" y="127"/>
                      <a:pt x="42" y="126"/>
                    </a:cubicBezTo>
                    <a:cubicBezTo>
                      <a:pt x="33" y="121"/>
                      <a:pt x="27" y="113"/>
                      <a:pt x="22" y="104"/>
                    </a:cubicBezTo>
                    <a:cubicBezTo>
                      <a:pt x="22" y="104"/>
                      <a:pt x="22" y="104"/>
                      <a:pt x="22" y="104"/>
                    </a:cubicBezTo>
                    <a:cubicBezTo>
                      <a:pt x="17" y="96"/>
                      <a:pt x="14" y="86"/>
                      <a:pt x="14" y="75"/>
                    </a:cubicBezTo>
                    <a:cubicBezTo>
                      <a:pt x="14" y="59"/>
                      <a:pt x="21" y="44"/>
                      <a:pt x="31" y="33"/>
                    </a:cubicBezTo>
                    <a:cubicBezTo>
                      <a:pt x="42" y="22"/>
                      <a:pt x="56" y="15"/>
                      <a:pt x="72" y="15"/>
                    </a:cubicBezTo>
                    <a:cubicBezTo>
                      <a:pt x="88" y="15"/>
                      <a:pt x="103" y="22"/>
                      <a:pt x="113" y="33"/>
                    </a:cubicBezTo>
                    <a:cubicBezTo>
                      <a:pt x="124" y="44"/>
                      <a:pt x="130" y="59"/>
                      <a:pt x="130" y="75"/>
                    </a:cubicBezTo>
                    <a:cubicBezTo>
                      <a:pt x="130" y="86"/>
                      <a:pt x="128" y="96"/>
                      <a:pt x="123" y="104"/>
                    </a:cubicBezTo>
                    <a:close/>
                    <a:moveTo>
                      <a:pt x="92" y="186"/>
                    </a:moveTo>
                    <a:cubicBezTo>
                      <a:pt x="92" y="186"/>
                      <a:pt x="92" y="186"/>
                      <a:pt x="92" y="186"/>
                    </a:cubicBezTo>
                    <a:cubicBezTo>
                      <a:pt x="53" y="186"/>
                      <a:pt x="53" y="186"/>
                      <a:pt x="53" y="186"/>
                    </a:cubicBezTo>
                    <a:cubicBezTo>
                      <a:pt x="50" y="186"/>
                      <a:pt x="48" y="188"/>
                      <a:pt x="48" y="190"/>
                    </a:cubicBezTo>
                    <a:cubicBezTo>
                      <a:pt x="48" y="193"/>
                      <a:pt x="50" y="195"/>
                      <a:pt x="53" y="195"/>
                    </a:cubicBezTo>
                    <a:cubicBezTo>
                      <a:pt x="92" y="195"/>
                      <a:pt x="92" y="195"/>
                      <a:pt x="92" y="195"/>
                    </a:cubicBezTo>
                    <a:cubicBezTo>
                      <a:pt x="94" y="195"/>
                      <a:pt x="96" y="193"/>
                      <a:pt x="96" y="190"/>
                    </a:cubicBezTo>
                    <a:cubicBezTo>
                      <a:pt x="96" y="188"/>
                      <a:pt x="94" y="186"/>
                      <a:pt x="92" y="186"/>
                    </a:cubicBezTo>
                    <a:close/>
                  </a:path>
                </a:pathLst>
              </a:custGeom>
              <a:solidFill>
                <a:srgbClr val="1C4F9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1"/>
              <p:cNvSpPr>
                <a:spLocks noEditPoints="1"/>
              </p:cNvSpPr>
              <p:nvPr/>
            </p:nvSpPr>
            <p:spPr bwMode="auto">
              <a:xfrm>
                <a:off x="14816" y="2934"/>
                <a:ext cx="567" cy="672"/>
              </a:xfrm>
              <a:custGeom>
                <a:avLst/>
                <a:gdLst>
                  <a:gd name="T0" fmla="*/ 116 w 162"/>
                  <a:gd name="T1" fmla="*/ 53 h 192"/>
                  <a:gd name="T2" fmla="*/ 101 w 162"/>
                  <a:gd name="T3" fmla="*/ 89 h 192"/>
                  <a:gd name="T4" fmla="*/ 101 w 162"/>
                  <a:gd name="T5" fmla="*/ 90 h 192"/>
                  <a:gd name="T6" fmla="*/ 122 w 162"/>
                  <a:gd name="T7" fmla="*/ 109 h 192"/>
                  <a:gd name="T8" fmla="*/ 150 w 162"/>
                  <a:gd name="T9" fmla="*/ 121 h 192"/>
                  <a:gd name="T10" fmla="*/ 150 w 162"/>
                  <a:gd name="T11" fmla="*/ 180 h 192"/>
                  <a:gd name="T12" fmla="*/ 121 w 162"/>
                  <a:gd name="T13" fmla="*/ 192 h 192"/>
                  <a:gd name="T14" fmla="*/ 28 w 162"/>
                  <a:gd name="T15" fmla="*/ 185 h 192"/>
                  <a:gd name="T16" fmla="*/ 28 w 162"/>
                  <a:gd name="T17" fmla="*/ 178 h 192"/>
                  <a:gd name="T18" fmla="*/ 12 w 162"/>
                  <a:gd name="T19" fmla="*/ 178 h 192"/>
                  <a:gd name="T20" fmla="*/ 0 w 162"/>
                  <a:gd name="T21" fmla="*/ 161 h 192"/>
                  <a:gd name="T22" fmla="*/ 4 w 162"/>
                  <a:gd name="T23" fmla="*/ 123 h 192"/>
                  <a:gd name="T24" fmla="*/ 30 w 162"/>
                  <a:gd name="T25" fmla="*/ 89 h 192"/>
                  <a:gd name="T26" fmla="*/ 15 w 162"/>
                  <a:gd name="T27" fmla="*/ 53 h 192"/>
                  <a:gd name="T28" fmla="*/ 117 w 162"/>
                  <a:gd name="T29" fmla="*/ 130 h 192"/>
                  <a:gd name="T30" fmla="*/ 117 w 162"/>
                  <a:gd name="T31" fmla="*/ 146 h 192"/>
                  <a:gd name="T32" fmla="*/ 97 w 162"/>
                  <a:gd name="T33" fmla="*/ 151 h 192"/>
                  <a:gd name="T34" fmla="*/ 117 w 162"/>
                  <a:gd name="T35" fmla="*/ 155 h 192"/>
                  <a:gd name="T36" fmla="*/ 122 w 162"/>
                  <a:gd name="T37" fmla="*/ 176 h 192"/>
                  <a:gd name="T38" fmla="*/ 126 w 162"/>
                  <a:gd name="T39" fmla="*/ 155 h 192"/>
                  <a:gd name="T40" fmla="*/ 146 w 162"/>
                  <a:gd name="T41" fmla="*/ 151 h 192"/>
                  <a:gd name="T42" fmla="*/ 126 w 162"/>
                  <a:gd name="T43" fmla="*/ 146 h 192"/>
                  <a:gd name="T44" fmla="*/ 117 w 162"/>
                  <a:gd name="T45" fmla="*/ 130 h 192"/>
                  <a:gd name="T46" fmla="*/ 99 w 162"/>
                  <a:gd name="T47" fmla="*/ 128 h 192"/>
                  <a:gd name="T48" fmla="*/ 99 w 162"/>
                  <a:gd name="T49" fmla="*/ 174 h 192"/>
                  <a:gd name="T50" fmla="*/ 144 w 162"/>
                  <a:gd name="T51" fmla="*/ 174 h 192"/>
                  <a:gd name="T52" fmla="*/ 144 w 162"/>
                  <a:gd name="T53" fmla="*/ 128 h 192"/>
                  <a:gd name="T54" fmla="*/ 99 w 162"/>
                  <a:gd name="T55" fmla="*/ 128 h 192"/>
                  <a:gd name="T56" fmla="*/ 103 w 162"/>
                  <a:gd name="T57" fmla="*/ 113 h 192"/>
                  <a:gd name="T58" fmla="*/ 66 w 162"/>
                  <a:gd name="T59" fmla="*/ 105 h 192"/>
                  <a:gd name="T60" fmla="*/ 17 w 162"/>
                  <a:gd name="T61" fmla="*/ 129 h 192"/>
                  <a:gd name="T62" fmla="*/ 15 w 162"/>
                  <a:gd name="T63" fmla="*/ 161 h 192"/>
                  <a:gd name="T64" fmla="*/ 34 w 162"/>
                  <a:gd name="T65" fmla="*/ 163 h 192"/>
                  <a:gd name="T66" fmla="*/ 38 w 162"/>
                  <a:gd name="T67" fmla="*/ 138 h 192"/>
                  <a:gd name="T68" fmla="*/ 43 w 162"/>
                  <a:gd name="T69" fmla="*/ 170 h 192"/>
                  <a:gd name="T70" fmla="*/ 43 w 162"/>
                  <a:gd name="T71" fmla="*/ 177 h 192"/>
                  <a:gd name="T72" fmla="*/ 81 w 162"/>
                  <a:gd name="T73" fmla="*/ 151 h 192"/>
                  <a:gd name="T74" fmla="*/ 93 w 162"/>
                  <a:gd name="T75" fmla="*/ 121 h 192"/>
                  <a:gd name="T76" fmla="*/ 103 w 162"/>
                  <a:gd name="T77" fmla="*/ 113 h 192"/>
                  <a:gd name="T78" fmla="*/ 66 w 162"/>
                  <a:gd name="T79" fmla="*/ 16 h 192"/>
                  <a:gd name="T80" fmla="*/ 66 w 162"/>
                  <a:gd name="T81" fmla="*/ 89 h 192"/>
                  <a:gd name="T82" fmla="*/ 66 w 162"/>
                  <a:gd name="T83" fmla="*/ 16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62" h="192">
                    <a:moveTo>
                      <a:pt x="66" y="0"/>
                    </a:moveTo>
                    <a:cubicBezTo>
                      <a:pt x="93" y="0"/>
                      <a:pt x="116" y="24"/>
                      <a:pt x="116" y="53"/>
                    </a:cubicBezTo>
                    <a:cubicBezTo>
                      <a:pt x="116" y="67"/>
                      <a:pt x="110" y="80"/>
                      <a:pt x="101" y="89"/>
                    </a:cubicBezTo>
                    <a:cubicBezTo>
                      <a:pt x="101" y="89"/>
                      <a:pt x="101" y="89"/>
                      <a:pt x="101" y="89"/>
                    </a:cubicBezTo>
                    <a:cubicBezTo>
                      <a:pt x="101" y="89"/>
                      <a:pt x="101" y="89"/>
                      <a:pt x="101" y="89"/>
                    </a:cubicBezTo>
                    <a:cubicBezTo>
                      <a:pt x="101" y="90"/>
                      <a:pt x="101" y="90"/>
                      <a:pt x="101" y="90"/>
                    </a:cubicBezTo>
                    <a:cubicBezTo>
                      <a:pt x="107" y="96"/>
                      <a:pt x="114" y="102"/>
                      <a:pt x="119" y="109"/>
                    </a:cubicBezTo>
                    <a:cubicBezTo>
                      <a:pt x="120" y="109"/>
                      <a:pt x="121" y="109"/>
                      <a:pt x="122" y="109"/>
                    </a:cubicBezTo>
                    <a:cubicBezTo>
                      <a:pt x="133" y="109"/>
                      <a:pt x="143" y="114"/>
                      <a:pt x="150" y="121"/>
                    </a:cubicBezTo>
                    <a:cubicBezTo>
                      <a:pt x="150" y="121"/>
                      <a:pt x="150" y="121"/>
                      <a:pt x="150" y="121"/>
                    </a:cubicBezTo>
                    <a:cubicBezTo>
                      <a:pt x="158" y="129"/>
                      <a:pt x="162" y="139"/>
                      <a:pt x="162" y="151"/>
                    </a:cubicBezTo>
                    <a:cubicBezTo>
                      <a:pt x="162" y="162"/>
                      <a:pt x="158" y="173"/>
                      <a:pt x="150" y="180"/>
                    </a:cubicBezTo>
                    <a:cubicBezTo>
                      <a:pt x="143" y="188"/>
                      <a:pt x="133" y="192"/>
                      <a:pt x="122" y="192"/>
                    </a:cubicBezTo>
                    <a:cubicBezTo>
                      <a:pt x="121" y="192"/>
                      <a:pt x="121" y="192"/>
                      <a:pt x="121" y="192"/>
                    </a:cubicBezTo>
                    <a:cubicBezTo>
                      <a:pt x="35" y="192"/>
                      <a:pt x="35" y="192"/>
                      <a:pt x="35" y="192"/>
                    </a:cubicBezTo>
                    <a:cubicBezTo>
                      <a:pt x="31" y="192"/>
                      <a:pt x="28" y="189"/>
                      <a:pt x="28" y="185"/>
                    </a:cubicBezTo>
                    <a:cubicBezTo>
                      <a:pt x="28" y="185"/>
                      <a:pt x="28" y="185"/>
                      <a:pt x="28" y="185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14" y="178"/>
                      <a:pt x="14" y="178"/>
                      <a:pt x="14" y="178"/>
                    </a:cubicBezTo>
                    <a:cubicBezTo>
                      <a:pt x="13" y="178"/>
                      <a:pt x="13" y="178"/>
                      <a:pt x="12" y="178"/>
                    </a:cubicBezTo>
                    <a:cubicBezTo>
                      <a:pt x="8" y="177"/>
                      <a:pt x="5" y="175"/>
                      <a:pt x="3" y="172"/>
                    </a:cubicBezTo>
                    <a:cubicBezTo>
                      <a:pt x="1" y="169"/>
                      <a:pt x="0" y="165"/>
                      <a:pt x="0" y="161"/>
                    </a:cubicBezTo>
                    <a:cubicBezTo>
                      <a:pt x="0" y="145"/>
                      <a:pt x="0" y="145"/>
                      <a:pt x="0" y="145"/>
                    </a:cubicBezTo>
                    <a:cubicBezTo>
                      <a:pt x="0" y="137"/>
                      <a:pt x="1" y="130"/>
                      <a:pt x="4" y="123"/>
                    </a:cubicBezTo>
                    <a:cubicBezTo>
                      <a:pt x="9" y="109"/>
                      <a:pt x="20" y="100"/>
                      <a:pt x="30" y="90"/>
                    </a:cubicBezTo>
                    <a:cubicBezTo>
                      <a:pt x="30" y="89"/>
                      <a:pt x="30" y="89"/>
                      <a:pt x="30" y="89"/>
                    </a:cubicBezTo>
                    <a:cubicBezTo>
                      <a:pt x="30" y="89"/>
                      <a:pt x="30" y="89"/>
                      <a:pt x="30" y="89"/>
                    </a:cubicBezTo>
                    <a:cubicBezTo>
                      <a:pt x="20" y="80"/>
                      <a:pt x="15" y="66"/>
                      <a:pt x="15" y="53"/>
                    </a:cubicBezTo>
                    <a:cubicBezTo>
                      <a:pt x="15" y="24"/>
                      <a:pt x="38" y="0"/>
                      <a:pt x="66" y="0"/>
                    </a:cubicBezTo>
                    <a:close/>
                    <a:moveTo>
                      <a:pt x="117" y="130"/>
                    </a:moveTo>
                    <a:cubicBezTo>
                      <a:pt x="117" y="130"/>
                      <a:pt x="117" y="130"/>
                      <a:pt x="117" y="130"/>
                    </a:cubicBezTo>
                    <a:cubicBezTo>
                      <a:pt x="117" y="146"/>
                      <a:pt x="117" y="146"/>
                      <a:pt x="117" y="146"/>
                    </a:cubicBezTo>
                    <a:cubicBezTo>
                      <a:pt x="102" y="146"/>
                      <a:pt x="102" y="146"/>
                      <a:pt x="102" y="146"/>
                    </a:cubicBezTo>
                    <a:cubicBezTo>
                      <a:pt x="99" y="146"/>
                      <a:pt x="97" y="148"/>
                      <a:pt x="97" y="151"/>
                    </a:cubicBezTo>
                    <a:cubicBezTo>
                      <a:pt x="97" y="153"/>
                      <a:pt x="99" y="155"/>
                      <a:pt x="102" y="155"/>
                    </a:cubicBezTo>
                    <a:cubicBezTo>
                      <a:pt x="117" y="155"/>
                      <a:pt x="117" y="155"/>
                      <a:pt x="117" y="155"/>
                    </a:cubicBezTo>
                    <a:cubicBezTo>
                      <a:pt x="117" y="171"/>
                      <a:pt x="117" y="171"/>
                      <a:pt x="117" y="171"/>
                    </a:cubicBezTo>
                    <a:cubicBezTo>
                      <a:pt x="117" y="174"/>
                      <a:pt x="119" y="176"/>
                      <a:pt x="122" y="176"/>
                    </a:cubicBezTo>
                    <a:cubicBezTo>
                      <a:pt x="124" y="176"/>
                      <a:pt x="126" y="174"/>
                      <a:pt x="126" y="171"/>
                    </a:cubicBezTo>
                    <a:cubicBezTo>
                      <a:pt x="126" y="155"/>
                      <a:pt x="126" y="155"/>
                      <a:pt x="126" y="155"/>
                    </a:cubicBezTo>
                    <a:cubicBezTo>
                      <a:pt x="141" y="155"/>
                      <a:pt x="141" y="155"/>
                      <a:pt x="141" y="155"/>
                    </a:cubicBezTo>
                    <a:cubicBezTo>
                      <a:pt x="144" y="155"/>
                      <a:pt x="146" y="153"/>
                      <a:pt x="146" y="151"/>
                    </a:cubicBezTo>
                    <a:cubicBezTo>
                      <a:pt x="146" y="148"/>
                      <a:pt x="144" y="146"/>
                      <a:pt x="141" y="146"/>
                    </a:cubicBezTo>
                    <a:cubicBezTo>
                      <a:pt x="126" y="146"/>
                      <a:pt x="126" y="146"/>
                      <a:pt x="126" y="146"/>
                    </a:cubicBezTo>
                    <a:cubicBezTo>
                      <a:pt x="126" y="130"/>
                      <a:pt x="126" y="130"/>
                      <a:pt x="126" y="130"/>
                    </a:cubicBezTo>
                    <a:cubicBezTo>
                      <a:pt x="126" y="124"/>
                      <a:pt x="117" y="124"/>
                      <a:pt x="117" y="130"/>
                    </a:cubicBezTo>
                    <a:close/>
                    <a:moveTo>
                      <a:pt x="99" y="128"/>
                    </a:moveTo>
                    <a:cubicBezTo>
                      <a:pt x="99" y="128"/>
                      <a:pt x="99" y="128"/>
                      <a:pt x="99" y="128"/>
                    </a:cubicBezTo>
                    <a:cubicBezTo>
                      <a:pt x="94" y="133"/>
                      <a:pt x="90" y="142"/>
                      <a:pt x="90" y="151"/>
                    </a:cubicBezTo>
                    <a:cubicBezTo>
                      <a:pt x="90" y="160"/>
                      <a:pt x="94" y="168"/>
                      <a:pt x="99" y="174"/>
                    </a:cubicBezTo>
                    <a:cubicBezTo>
                      <a:pt x="105" y="179"/>
                      <a:pt x="113" y="183"/>
                      <a:pt x="122" y="183"/>
                    </a:cubicBezTo>
                    <a:cubicBezTo>
                      <a:pt x="130" y="183"/>
                      <a:pt x="138" y="179"/>
                      <a:pt x="144" y="174"/>
                    </a:cubicBezTo>
                    <a:cubicBezTo>
                      <a:pt x="150" y="168"/>
                      <a:pt x="153" y="160"/>
                      <a:pt x="153" y="151"/>
                    </a:cubicBezTo>
                    <a:cubicBezTo>
                      <a:pt x="153" y="142"/>
                      <a:pt x="150" y="134"/>
                      <a:pt x="144" y="128"/>
                    </a:cubicBezTo>
                    <a:cubicBezTo>
                      <a:pt x="144" y="128"/>
                      <a:pt x="144" y="128"/>
                      <a:pt x="144" y="128"/>
                    </a:cubicBezTo>
                    <a:cubicBezTo>
                      <a:pt x="132" y="115"/>
                      <a:pt x="112" y="115"/>
                      <a:pt x="99" y="128"/>
                    </a:cubicBezTo>
                    <a:close/>
                    <a:moveTo>
                      <a:pt x="103" y="113"/>
                    </a:moveTo>
                    <a:cubicBezTo>
                      <a:pt x="103" y="113"/>
                      <a:pt x="103" y="113"/>
                      <a:pt x="103" y="113"/>
                    </a:cubicBezTo>
                    <a:cubicBezTo>
                      <a:pt x="99" y="108"/>
                      <a:pt x="93" y="103"/>
                      <a:pt x="89" y="99"/>
                    </a:cubicBezTo>
                    <a:cubicBezTo>
                      <a:pt x="82" y="103"/>
                      <a:pt x="74" y="105"/>
                      <a:pt x="66" y="105"/>
                    </a:cubicBezTo>
                    <a:cubicBezTo>
                      <a:pt x="57" y="105"/>
                      <a:pt x="49" y="103"/>
                      <a:pt x="42" y="99"/>
                    </a:cubicBezTo>
                    <a:cubicBezTo>
                      <a:pt x="34" y="107"/>
                      <a:pt x="22" y="117"/>
                      <a:pt x="17" y="129"/>
                    </a:cubicBezTo>
                    <a:cubicBezTo>
                      <a:pt x="15" y="134"/>
                      <a:pt x="15" y="139"/>
                      <a:pt x="15" y="145"/>
                    </a:cubicBezTo>
                    <a:cubicBezTo>
                      <a:pt x="15" y="161"/>
                      <a:pt x="15" y="161"/>
                      <a:pt x="15" y="161"/>
                    </a:cubicBezTo>
                    <a:cubicBezTo>
                      <a:pt x="15" y="162"/>
                      <a:pt x="15" y="162"/>
                      <a:pt x="15" y="163"/>
                    </a:cubicBezTo>
                    <a:cubicBezTo>
                      <a:pt x="34" y="163"/>
                      <a:pt x="34" y="163"/>
                      <a:pt x="34" y="163"/>
                    </a:cubicBezTo>
                    <a:cubicBezTo>
                      <a:pt x="34" y="143"/>
                      <a:pt x="34" y="143"/>
                      <a:pt x="34" y="143"/>
                    </a:cubicBezTo>
                    <a:cubicBezTo>
                      <a:pt x="34" y="140"/>
                      <a:pt x="36" y="138"/>
                      <a:pt x="38" y="138"/>
                    </a:cubicBezTo>
                    <a:cubicBezTo>
                      <a:pt x="41" y="138"/>
                      <a:pt x="43" y="140"/>
                      <a:pt x="43" y="143"/>
                    </a:cubicBezTo>
                    <a:cubicBezTo>
                      <a:pt x="43" y="170"/>
                      <a:pt x="43" y="170"/>
                      <a:pt x="43" y="170"/>
                    </a:cubicBezTo>
                    <a:cubicBezTo>
                      <a:pt x="43" y="170"/>
                      <a:pt x="43" y="170"/>
                      <a:pt x="43" y="170"/>
                    </a:cubicBezTo>
                    <a:cubicBezTo>
                      <a:pt x="43" y="177"/>
                      <a:pt x="43" y="177"/>
                      <a:pt x="43" y="177"/>
                    </a:cubicBezTo>
                    <a:cubicBezTo>
                      <a:pt x="90" y="177"/>
                      <a:pt x="90" y="177"/>
                      <a:pt x="90" y="177"/>
                    </a:cubicBezTo>
                    <a:cubicBezTo>
                      <a:pt x="85" y="170"/>
                      <a:pt x="81" y="161"/>
                      <a:pt x="81" y="151"/>
                    </a:cubicBezTo>
                    <a:cubicBezTo>
                      <a:pt x="81" y="139"/>
                      <a:pt x="86" y="129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6" y="118"/>
                      <a:pt x="99" y="115"/>
                      <a:pt x="103" y="113"/>
                    </a:cubicBezTo>
                    <a:close/>
                    <a:moveTo>
                      <a:pt x="66" y="16"/>
                    </a:moveTo>
                    <a:cubicBezTo>
                      <a:pt x="66" y="16"/>
                      <a:pt x="66" y="16"/>
                      <a:pt x="66" y="16"/>
                    </a:cubicBezTo>
                    <a:cubicBezTo>
                      <a:pt x="46" y="16"/>
                      <a:pt x="30" y="32"/>
                      <a:pt x="30" y="53"/>
                    </a:cubicBezTo>
                    <a:cubicBezTo>
                      <a:pt x="30" y="73"/>
                      <a:pt x="46" y="89"/>
                      <a:pt x="66" y="89"/>
                    </a:cubicBezTo>
                    <a:cubicBezTo>
                      <a:pt x="85" y="89"/>
                      <a:pt x="101" y="73"/>
                      <a:pt x="101" y="53"/>
                    </a:cubicBezTo>
                    <a:cubicBezTo>
                      <a:pt x="101" y="32"/>
                      <a:pt x="85" y="16"/>
                      <a:pt x="66" y="16"/>
                    </a:cubicBezTo>
                    <a:close/>
                  </a:path>
                </a:pathLst>
              </a:custGeom>
              <a:solidFill>
                <a:srgbClr val="1C4F9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Freeform 12"/>
              <p:cNvSpPr>
                <a:spLocks noEditPoints="1"/>
              </p:cNvSpPr>
              <p:nvPr/>
            </p:nvSpPr>
            <p:spPr bwMode="auto">
              <a:xfrm>
                <a:off x="14809" y="6760"/>
                <a:ext cx="581" cy="767"/>
              </a:xfrm>
              <a:custGeom>
                <a:avLst/>
                <a:gdLst>
                  <a:gd name="T0" fmla="*/ 149 w 166"/>
                  <a:gd name="T1" fmla="*/ 196 h 219"/>
                  <a:gd name="T2" fmla="*/ 136 w 166"/>
                  <a:gd name="T3" fmla="*/ 207 h 219"/>
                  <a:gd name="T4" fmla="*/ 93 w 166"/>
                  <a:gd name="T5" fmla="*/ 218 h 219"/>
                  <a:gd name="T6" fmla="*/ 53 w 166"/>
                  <a:gd name="T7" fmla="*/ 200 h 219"/>
                  <a:gd name="T8" fmla="*/ 53 w 166"/>
                  <a:gd name="T9" fmla="*/ 200 h 219"/>
                  <a:gd name="T10" fmla="*/ 53 w 166"/>
                  <a:gd name="T11" fmla="*/ 200 h 219"/>
                  <a:gd name="T12" fmla="*/ 42 w 166"/>
                  <a:gd name="T13" fmla="*/ 186 h 219"/>
                  <a:gd name="T14" fmla="*/ 20 w 166"/>
                  <a:gd name="T15" fmla="*/ 148 h 219"/>
                  <a:gd name="T16" fmla="*/ 20 w 166"/>
                  <a:gd name="T17" fmla="*/ 147 h 219"/>
                  <a:gd name="T18" fmla="*/ 7 w 166"/>
                  <a:gd name="T19" fmla="*/ 125 h 219"/>
                  <a:gd name="T20" fmla="*/ 23 w 166"/>
                  <a:gd name="T21" fmla="*/ 93 h 219"/>
                  <a:gd name="T22" fmla="*/ 43 w 166"/>
                  <a:gd name="T23" fmla="*/ 103 h 219"/>
                  <a:gd name="T24" fmla="*/ 43 w 166"/>
                  <a:gd name="T25" fmla="*/ 104 h 219"/>
                  <a:gd name="T26" fmla="*/ 45 w 166"/>
                  <a:gd name="T27" fmla="*/ 107 h 219"/>
                  <a:gd name="T28" fmla="*/ 45 w 166"/>
                  <a:gd name="T29" fmla="*/ 35 h 219"/>
                  <a:gd name="T30" fmla="*/ 74 w 166"/>
                  <a:gd name="T31" fmla="*/ 18 h 219"/>
                  <a:gd name="T32" fmla="*/ 110 w 166"/>
                  <a:gd name="T33" fmla="*/ 18 h 219"/>
                  <a:gd name="T34" fmla="*/ 138 w 166"/>
                  <a:gd name="T35" fmla="*/ 34 h 219"/>
                  <a:gd name="T36" fmla="*/ 138 w 166"/>
                  <a:gd name="T37" fmla="*/ 35 h 219"/>
                  <a:gd name="T38" fmla="*/ 139 w 166"/>
                  <a:gd name="T39" fmla="*/ 35 h 219"/>
                  <a:gd name="T40" fmla="*/ 166 w 166"/>
                  <a:gd name="T41" fmla="*/ 53 h 219"/>
                  <a:gd name="T42" fmla="*/ 166 w 166"/>
                  <a:gd name="T43" fmla="*/ 150 h 219"/>
                  <a:gd name="T44" fmla="*/ 162 w 166"/>
                  <a:gd name="T45" fmla="*/ 175 h 219"/>
                  <a:gd name="T46" fmla="*/ 149 w 166"/>
                  <a:gd name="T47" fmla="*/ 196 h 219"/>
                  <a:gd name="T48" fmla="*/ 128 w 166"/>
                  <a:gd name="T49" fmla="*/ 194 h 219"/>
                  <a:gd name="T50" fmla="*/ 128 w 166"/>
                  <a:gd name="T51" fmla="*/ 194 h 219"/>
                  <a:gd name="T52" fmla="*/ 138 w 166"/>
                  <a:gd name="T53" fmla="*/ 185 h 219"/>
                  <a:gd name="T54" fmla="*/ 148 w 166"/>
                  <a:gd name="T55" fmla="*/ 169 h 219"/>
                  <a:gd name="T56" fmla="*/ 151 w 166"/>
                  <a:gd name="T57" fmla="*/ 150 h 219"/>
                  <a:gd name="T58" fmla="*/ 151 w 166"/>
                  <a:gd name="T59" fmla="*/ 53 h 219"/>
                  <a:gd name="T60" fmla="*/ 143 w 166"/>
                  <a:gd name="T61" fmla="*/ 53 h 219"/>
                  <a:gd name="T62" fmla="*/ 143 w 166"/>
                  <a:gd name="T63" fmla="*/ 99 h 219"/>
                  <a:gd name="T64" fmla="*/ 123 w 166"/>
                  <a:gd name="T65" fmla="*/ 99 h 219"/>
                  <a:gd name="T66" fmla="*/ 123 w 166"/>
                  <a:gd name="T67" fmla="*/ 34 h 219"/>
                  <a:gd name="T68" fmla="*/ 115 w 166"/>
                  <a:gd name="T69" fmla="*/ 34 h 219"/>
                  <a:gd name="T70" fmla="*/ 115 w 166"/>
                  <a:gd name="T71" fmla="*/ 34 h 219"/>
                  <a:gd name="T72" fmla="*/ 115 w 166"/>
                  <a:gd name="T73" fmla="*/ 99 h 219"/>
                  <a:gd name="T74" fmla="*/ 96 w 166"/>
                  <a:gd name="T75" fmla="*/ 99 h 219"/>
                  <a:gd name="T76" fmla="*/ 96 w 166"/>
                  <a:gd name="T77" fmla="*/ 24 h 219"/>
                  <a:gd name="T78" fmla="*/ 88 w 166"/>
                  <a:gd name="T79" fmla="*/ 24 h 219"/>
                  <a:gd name="T80" fmla="*/ 88 w 166"/>
                  <a:gd name="T81" fmla="*/ 99 h 219"/>
                  <a:gd name="T82" fmla="*/ 68 w 166"/>
                  <a:gd name="T83" fmla="*/ 99 h 219"/>
                  <a:gd name="T84" fmla="*/ 68 w 166"/>
                  <a:gd name="T85" fmla="*/ 35 h 219"/>
                  <a:gd name="T86" fmla="*/ 60 w 166"/>
                  <a:gd name="T87" fmla="*/ 35 h 219"/>
                  <a:gd name="T88" fmla="*/ 60 w 166"/>
                  <a:gd name="T89" fmla="*/ 125 h 219"/>
                  <a:gd name="T90" fmla="*/ 41 w 166"/>
                  <a:gd name="T91" fmla="*/ 130 h 219"/>
                  <a:gd name="T92" fmla="*/ 31 w 166"/>
                  <a:gd name="T93" fmla="*/ 112 h 219"/>
                  <a:gd name="T94" fmla="*/ 20 w 166"/>
                  <a:gd name="T95" fmla="*/ 117 h 219"/>
                  <a:gd name="T96" fmla="*/ 33 w 166"/>
                  <a:gd name="T97" fmla="*/ 140 h 219"/>
                  <a:gd name="T98" fmla="*/ 33 w 166"/>
                  <a:gd name="T99" fmla="*/ 140 h 219"/>
                  <a:gd name="T100" fmla="*/ 55 w 166"/>
                  <a:gd name="T101" fmla="*/ 178 h 219"/>
                  <a:gd name="T102" fmla="*/ 63 w 166"/>
                  <a:gd name="T103" fmla="*/ 189 h 219"/>
                  <a:gd name="T104" fmla="*/ 95 w 166"/>
                  <a:gd name="T105" fmla="*/ 203 h 219"/>
                  <a:gd name="T106" fmla="*/ 128 w 166"/>
                  <a:gd name="T107" fmla="*/ 194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66" h="219">
                    <a:moveTo>
                      <a:pt x="149" y="196"/>
                    </a:moveTo>
                    <a:cubicBezTo>
                      <a:pt x="145" y="200"/>
                      <a:pt x="141" y="204"/>
                      <a:pt x="136" y="207"/>
                    </a:cubicBezTo>
                    <a:cubicBezTo>
                      <a:pt x="123" y="216"/>
                      <a:pt x="108" y="219"/>
                      <a:pt x="93" y="218"/>
                    </a:cubicBezTo>
                    <a:cubicBezTo>
                      <a:pt x="79" y="217"/>
                      <a:pt x="65" y="211"/>
                      <a:pt x="53" y="200"/>
                    </a:cubicBezTo>
                    <a:cubicBezTo>
                      <a:pt x="53" y="200"/>
                      <a:pt x="53" y="200"/>
                      <a:pt x="53" y="200"/>
                    </a:cubicBezTo>
                    <a:cubicBezTo>
                      <a:pt x="53" y="200"/>
                      <a:pt x="53" y="200"/>
                      <a:pt x="53" y="200"/>
                    </a:cubicBezTo>
                    <a:cubicBezTo>
                      <a:pt x="49" y="196"/>
                      <a:pt x="45" y="191"/>
                      <a:pt x="42" y="186"/>
                    </a:cubicBezTo>
                    <a:cubicBezTo>
                      <a:pt x="20" y="148"/>
                      <a:pt x="20" y="148"/>
                      <a:pt x="20" y="148"/>
                    </a:cubicBezTo>
                    <a:cubicBezTo>
                      <a:pt x="20" y="147"/>
                      <a:pt x="20" y="147"/>
                      <a:pt x="20" y="147"/>
                    </a:cubicBezTo>
                    <a:cubicBezTo>
                      <a:pt x="7" y="125"/>
                      <a:pt x="7" y="125"/>
                      <a:pt x="7" y="125"/>
                    </a:cubicBezTo>
                    <a:cubicBezTo>
                      <a:pt x="0" y="111"/>
                      <a:pt x="8" y="95"/>
                      <a:pt x="23" y="93"/>
                    </a:cubicBezTo>
                    <a:cubicBezTo>
                      <a:pt x="29" y="93"/>
                      <a:pt x="37" y="95"/>
                      <a:pt x="43" y="103"/>
                    </a:cubicBezTo>
                    <a:cubicBezTo>
                      <a:pt x="43" y="103"/>
                      <a:pt x="43" y="104"/>
                      <a:pt x="43" y="104"/>
                    </a:cubicBezTo>
                    <a:cubicBezTo>
                      <a:pt x="45" y="107"/>
                      <a:pt x="45" y="107"/>
                      <a:pt x="45" y="107"/>
                    </a:cubicBezTo>
                    <a:cubicBezTo>
                      <a:pt x="45" y="35"/>
                      <a:pt x="45" y="35"/>
                      <a:pt x="45" y="35"/>
                    </a:cubicBezTo>
                    <a:cubicBezTo>
                      <a:pt x="45" y="19"/>
                      <a:pt x="61" y="11"/>
                      <a:pt x="74" y="18"/>
                    </a:cubicBezTo>
                    <a:cubicBezTo>
                      <a:pt x="79" y="0"/>
                      <a:pt x="104" y="1"/>
                      <a:pt x="110" y="18"/>
                    </a:cubicBezTo>
                    <a:cubicBezTo>
                      <a:pt x="122" y="11"/>
                      <a:pt x="138" y="19"/>
                      <a:pt x="138" y="34"/>
                    </a:cubicBezTo>
                    <a:cubicBezTo>
                      <a:pt x="138" y="35"/>
                      <a:pt x="138" y="35"/>
                      <a:pt x="138" y="35"/>
                    </a:cubicBezTo>
                    <a:cubicBezTo>
                      <a:pt x="139" y="35"/>
                      <a:pt x="139" y="35"/>
                      <a:pt x="139" y="35"/>
                    </a:cubicBezTo>
                    <a:cubicBezTo>
                      <a:pt x="152" y="30"/>
                      <a:pt x="166" y="38"/>
                      <a:pt x="166" y="53"/>
                    </a:cubicBezTo>
                    <a:cubicBezTo>
                      <a:pt x="166" y="150"/>
                      <a:pt x="166" y="150"/>
                      <a:pt x="166" y="150"/>
                    </a:cubicBezTo>
                    <a:cubicBezTo>
                      <a:pt x="166" y="158"/>
                      <a:pt x="165" y="167"/>
                      <a:pt x="162" y="175"/>
                    </a:cubicBezTo>
                    <a:cubicBezTo>
                      <a:pt x="159" y="182"/>
                      <a:pt x="155" y="190"/>
                      <a:pt x="149" y="196"/>
                    </a:cubicBezTo>
                    <a:close/>
                    <a:moveTo>
                      <a:pt x="128" y="194"/>
                    </a:moveTo>
                    <a:cubicBezTo>
                      <a:pt x="128" y="194"/>
                      <a:pt x="128" y="194"/>
                      <a:pt x="128" y="194"/>
                    </a:cubicBezTo>
                    <a:cubicBezTo>
                      <a:pt x="132" y="192"/>
                      <a:pt x="135" y="189"/>
                      <a:pt x="138" y="185"/>
                    </a:cubicBezTo>
                    <a:cubicBezTo>
                      <a:pt x="142" y="181"/>
                      <a:pt x="146" y="175"/>
                      <a:pt x="148" y="169"/>
                    </a:cubicBezTo>
                    <a:cubicBezTo>
                      <a:pt x="150" y="163"/>
                      <a:pt x="151" y="157"/>
                      <a:pt x="151" y="150"/>
                    </a:cubicBezTo>
                    <a:cubicBezTo>
                      <a:pt x="151" y="53"/>
                      <a:pt x="151" y="53"/>
                      <a:pt x="151" y="53"/>
                    </a:cubicBezTo>
                    <a:cubicBezTo>
                      <a:pt x="151" y="47"/>
                      <a:pt x="143" y="47"/>
                      <a:pt x="143" y="53"/>
                    </a:cubicBezTo>
                    <a:cubicBezTo>
                      <a:pt x="143" y="99"/>
                      <a:pt x="143" y="99"/>
                      <a:pt x="143" y="99"/>
                    </a:cubicBezTo>
                    <a:cubicBezTo>
                      <a:pt x="143" y="111"/>
                      <a:pt x="123" y="111"/>
                      <a:pt x="123" y="99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3" y="29"/>
                      <a:pt x="115" y="29"/>
                      <a:pt x="115" y="34"/>
                    </a:cubicBezTo>
                    <a:cubicBezTo>
                      <a:pt x="115" y="34"/>
                      <a:pt x="115" y="34"/>
                      <a:pt x="115" y="34"/>
                    </a:cubicBezTo>
                    <a:cubicBezTo>
                      <a:pt x="115" y="99"/>
                      <a:pt x="115" y="99"/>
                      <a:pt x="115" y="99"/>
                    </a:cubicBezTo>
                    <a:cubicBezTo>
                      <a:pt x="115" y="111"/>
                      <a:pt x="96" y="111"/>
                      <a:pt x="96" y="99"/>
                    </a:cubicBezTo>
                    <a:cubicBezTo>
                      <a:pt x="96" y="24"/>
                      <a:pt x="96" y="24"/>
                      <a:pt x="96" y="24"/>
                    </a:cubicBezTo>
                    <a:cubicBezTo>
                      <a:pt x="96" y="18"/>
                      <a:pt x="88" y="19"/>
                      <a:pt x="88" y="24"/>
                    </a:cubicBezTo>
                    <a:cubicBezTo>
                      <a:pt x="88" y="99"/>
                      <a:pt x="88" y="99"/>
                      <a:pt x="88" y="99"/>
                    </a:cubicBezTo>
                    <a:cubicBezTo>
                      <a:pt x="88" y="111"/>
                      <a:pt x="68" y="111"/>
                      <a:pt x="68" y="99"/>
                    </a:cubicBezTo>
                    <a:cubicBezTo>
                      <a:pt x="68" y="35"/>
                      <a:pt x="68" y="35"/>
                      <a:pt x="68" y="35"/>
                    </a:cubicBezTo>
                    <a:cubicBezTo>
                      <a:pt x="68" y="29"/>
                      <a:pt x="60" y="29"/>
                      <a:pt x="60" y="35"/>
                    </a:cubicBezTo>
                    <a:cubicBezTo>
                      <a:pt x="60" y="125"/>
                      <a:pt x="60" y="125"/>
                      <a:pt x="60" y="125"/>
                    </a:cubicBezTo>
                    <a:cubicBezTo>
                      <a:pt x="60" y="135"/>
                      <a:pt x="46" y="139"/>
                      <a:pt x="41" y="130"/>
                    </a:cubicBezTo>
                    <a:cubicBezTo>
                      <a:pt x="31" y="112"/>
                      <a:pt x="31" y="112"/>
                      <a:pt x="31" y="112"/>
                    </a:cubicBezTo>
                    <a:cubicBezTo>
                      <a:pt x="26" y="106"/>
                      <a:pt x="16" y="110"/>
                      <a:pt x="20" y="117"/>
                    </a:cubicBezTo>
                    <a:cubicBezTo>
                      <a:pt x="33" y="140"/>
                      <a:pt x="33" y="140"/>
                      <a:pt x="33" y="140"/>
                    </a:cubicBezTo>
                    <a:cubicBezTo>
                      <a:pt x="33" y="140"/>
                      <a:pt x="33" y="140"/>
                      <a:pt x="33" y="140"/>
                    </a:cubicBezTo>
                    <a:cubicBezTo>
                      <a:pt x="55" y="178"/>
                      <a:pt x="55" y="178"/>
                      <a:pt x="55" y="178"/>
                    </a:cubicBezTo>
                    <a:cubicBezTo>
                      <a:pt x="57" y="182"/>
                      <a:pt x="60" y="186"/>
                      <a:pt x="63" y="189"/>
                    </a:cubicBezTo>
                    <a:cubicBezTo>
                      <a:pt x="72" y="197"/>
                      <a:pt x="83" y="202"/>
                      <a:pt x="95" y="203"/>
                    </a:cubicBezTo>
                    <a:cubicBezTo>
                      <a:pt x="106" y="204"/>
                      <a:pt x="118" y="201"/>
                      <a:pt x="128" y="194"/>
                    </a:cubicBezTo>
                    <a:close/>
                  </a:path>
                </a:pathLst>
              </a:custGeom>
              <a:solidFill>
                <a:srgbClr val="1C4F9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13"/>
              <p:cNvSpPr>
                <a:spLocks noEditPoints="1"/>
              </p:cNvSpPr>
              <p:nvPr/>
            </p:nvSpPr>
            <p:spPr bwMode="auto">
              <a:xfrm>
                <a:off x="3644" y="6839"/>
                <a:ext cx="672" cy="627"/>
              </a:xfrm>
              <a:custGeom>
                <a:avLst/>
                <a:gdLst>
                  <a:gd name="T0" fmla="*/ 70 w 192"/>
                  <a:gd name="T1" fmla="*/ 76 h 179"/>
                  <a:gd name="T2" fmla="*/ 70 w 192"/>
                  <a:gd name="T3" fmla="*/ 97 h 179"/>
                  <a:gd name="T4" fmla="*/ 50 w 192"/>
                  <a:gd name="T5" fmla="*/ 97 h 179"/>
                  <a:gd name="T6" fmla="*/ 50 w 192"/>
                  <a:gd name="T7" fmla="*/ 76 h 179"/>
                  <a:gd name="T8" fmla="*/ 96 w 192"/>
                  <a:gd name="T9" fmla="*/ 0 h 179"/>
                  <a:gd name="T10" fmla="*/ 163 w 192"/>
                  <a:gd name="T11" fmla="*/ 25 h 179"/>
                  <a:gd name="T12" fmla="*/ 163 w 192"/>
                  <a:gd name="T13" fmla="*/ 148 h 179"/>
                  <a:gd name="T14" fmla="*/ 73 w 192"/>
                  <a:gd name="T15" fmla="*/ 170 h 179"/>
                  <a:gd name="T16" fmla="*/ 31 w 192"/>
                  <a:gd name="T17" fmla="*/ 177 h 179"/>
                  <a:gd name="T18" fmla="*/ 24 w 192"/>
                  <a:gd name="T19" fmla="*/ 179 h 179"/>
                  <a:gd name="T20" fmla="*/ 13 w 192"/>
                  <a:gd name="T21" fmla="*/ 170 h 179"/>
                  <a:gd name="T22" fmla="*/ 13 w 192"/>
                  <a:gd name="T23" fmla="*/ 162 h 179"/>
                  <a:gd name="T24" fmla="*/ 5 w 192"/>
                  <a:gd name="T25" fmla="*/ 115 h 179"/>
                  <a:gd name="T26" fmla="*/ 28 w 192"/>
                  <a:gd name="T27" fmla="*/ 25 h 179"/>
                  <a:gd name="T28" fmla="*/ 153 w 192"/>
                  <a:gd name="T29" fmla="*/ 37 h 179"/>
                  <a:gd name="T30" fmla="*/ 96 w 192"/>
                  <a:gd name="T31" fmla="*/ 16 h 179"/>
                  <a:gd name="T32" fmla="*/ 14 w 192"/>
                  <a:gd name="T33" fmla="*/ 86 h 179"/>
                  <a:gd name="T34" fmla="*/ 31 w 192"/>
                  <a:gd name="T35" fmla="*/ 130 h 179"/>
                  <a:gd name="T36" fmla="*/ 28 w 192"/>
                  <a:gd name="T37" fmla="*/ 162 h 179"/>
                  <a:gd name="T38" fmla="*/ 57 w 192"/>
                  <a:gd name="T39" fmla="*/ 149 h 179"/>
                  <a:gd name="T40" fmla="*/ 96 w 192"/>
                  <a:gd name="T41" fmla="*/ 157 h 179"/>
                  <a:gd name="T42" fmla="*/ 177 w 192"/>
                  <a:gd name="T43" fmla="*/ 86 h 179"/>
                  <a:gd name="T44" fmla="*/ 64 w 192"/>
                  <a:gd name="T45" fmla="*/ 83 h 179"/>
                  <a:gd name="T46" fmla="*/ 60 w 192"/>
                  <a:gd name="T47" fmla="*/ 81 h 179"/>
                  <a:gd name="T48" fmla="*/ 55 w 192"/>
                  <a:gd name="T49" fmla="*/ 86 h 179"/>
                  <a:gd name="T50" fmla="*/ 60 w 192"/>
                  <a:gd name="T51" fmla="*/ 92 h 179"/>
                  <a:gd name="T52" fmla="*/ 65 w 192"/>
                  <a:gd name="T53" fmla="*/ 86 h 179"/>
                  <a:gd name="T54" fmla="*/ 96 w 192"/>
                  <a:gd name="T55" fmla="*/ 72 h 179"/>
                  <a:gd name="T56" fmla="*/ 105 w 192"/>
                  <a:gd name="T57" fmla="*/ 76 h 179"/>
                  <a:gd name="T58" fmla="*/ 105 w 192"/>
                  <a:gd name="T59" fmla="*/ 97 h 179"/>
                  <a:gd name="T60" fmla="*/ 86 w 192"/>
                  <a:gd name="T61" fmla="*/ 97 h 179"/>
                  <a:gd name="T62" fmla="*/ 86 w 192"/>
                  <a:gd name="T63" fmla="*/ 76 h 179"/>
                  <a:gd name="T64" fmla="*/ 99 w 192"/>
                  <a:gd name="T65" fmla="*/ 83 h 179"/>
                  <a:gd name="T66" fmla="*/ 96 w 192"/>
                  <a:gd name="T67" fmla="*/ 81 h 179"/>
                  <a:gd name="T68" fmla="*/ 90 w 192"/>
                  <a:gd name="T69" fmla="*/ 86 h 179"/>
                  <a:gd name="T70" fmla="*/ 96 w 192"/>
                  <a:gd name="T71" fmla="*/ 92 h 179"/>
                  <a:gd name="T72" fmla="*/ 101 w 192"/>
                  <a:gd name="T73" fmla="*/ 86 h 179"/>
                  <a:gd name="T74" fmla="*/ 131 w 192"/>
                  <a:gd name="T75" fmla="*/ 72 h 179"/>
                  <a:gd name="T76" fmla="*/ 141 w 192"/>
                  <a:gd name="T77" fmla="*/ 76 h 179"/>
                  <a:gd name="T78" fmla="*/ 141 w 192"/>
                  <a:gd name="T79" fmla="*/ 97 h 179"/>
                  <a:gd name="T80" fmla="*/ 121 w 192"/>
                  <a:gd name="T81" fmla="*/ 97 h 179"/>
                  <a:gd name="T82" fmla="*/ 121 w 192"/>
                  <a:gd name="T83" fmla="*/ 76 h 179"/>
                  <a:gd name="T84" fmla="*/ 135 w 192"/>
                  <a:gd name="T85" fmla="*/ 83 h 179"/>
                  <a:gd name="T86" fmla="*/ 131 w 192"/>
                  <a:gd name="T87" fmla="*/ 81 h 179"/>
                  <a:gd name="T88" fmla="*/ 126 w 192"/>
                  <a:gd name="T89" fmla="*/ 86 h 179"/>
                  <a:gd name="T90" fmla="*/ 131 w 192"/>
                  <a:gd name="T91" fmla="*/ 92 h 179"/>
                  <a:gd name="T92" fmla="*/ 136 w 192"/>
                  <a:gd name="T93" fmla="*/ 86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92" h="179">
                    <a:moveTo>
                      <a:pt x="60" y="72"/>
                    </a:moveTo>
                    <a:cubicBezTo>
                      <a:pt x="64" y="72"/>
                      <a:pt x="67" y="74"/>
                      <a:pt x="70" y="76"/>
                    </a:cubicBezTo>
                    <a:cubicBezTo>
                      <a:pt x="73" y="79"/>
                      <a:pt x="74" y="82"/>
                      <a:pt x="74" y="86"/>
                    </a:cubicBezTo>
                    <a:cubicBezTo>
                      <a:pt x="74" y="90"/>
                      <a:pt x="73" y="94"/>
                      <a:pt x="70" y="97"/>
                    </a:cubicBezTo>
                    <a:cubicBezTo>
                      <a:pt x="67" y="99"/>
                      <a:pt x="64" y="101"/>
                      <a:pt x="60" y="101"/>
                    </a:cubicBezTo>
                    <a:cubicBezTo>
                      <a:pt x="56" y="101"/>
                      <a:pt x="53" y="99"/>
                      <a:pt x="50" y="97"/>
                    </a:cubicBezTo>
                    <a:cubicBezTo>
                      <a:pt x="48" y="94"/>
                      <a:pt x="46" y="90"/>
                      <a:pt x="46" y="86"/>
                    </a:cubicBezTo>
                    <a:cubicBezTo>
                      <a:pt x="46" y="82"/>
                      <a:pt x="48" y="79"/>
                      <a:pt x="50" y="76"/>
                    </a:cubicBezTo>
                    <a:cubicBezTo>
                      <a:pt x="53" y="74"/>
                      <a:pt x="56" y="72"/>
                      <a:pt x="60" y="72"/>
                    </a:cubicBezTo>
                    <a:close/>
                    <a:moveTo>
                      <a:pt x="96" y="0"/>
                    </a:moveTo>
                    <a:cubicBezTo>
                      <a:pt x="96" y="0"/>
                      <a:pt x="96" y="0"/>
                      <a:pt x="96" y="0"/>
                    </a:cubicBezTo>
                    <a:cubicBezTo>
                      <a:pt x="122" y="0"/>
                      <a:pt x="146" y="10"/>
                      <a:pt x="163" y="25"/>
                    </a:cubicBezTo>
                    <a:cubicBezTo>
                      <a:pt x="181" y="41"/>
                      <a:pt x="192" y="62"/>
                      <a:pt x="192" y="86"/>
                    </a:cubicBezTo>
                    <a:cubicBezTo>
                      <a:pt x="192" y="110"/>
                      <a:pt x="181" y="132"/>
                      <a:pt x="163" y="148"/>
                    </a:cubicBezTo>
                    <a:cubicBezTo>
                      <a:pt x="146" y="163"/>
                      <a:pt x="122" y="172"/>
                      <a:pt x="96" y="172"/>
                    </a:cubicBezTo>
                    <a:cubicBezTo>
                      <a:pt x="88" y="172"/>
                      <a:pt x="80" y="172"/>
                      <a:pt x="73" y="170"/>
                    </a:cubicBezTo>
                    <a:cubicBezTo>
                      <a:pt x="66" y="169"/>
                      <a:pt x="60" y="167"/>
                      <a:pt x="54" y="164"/>
                    </a:cubicBezTo>
                    <a:cubicBezTo>
                      <a:pt x="31" y="177"/>
                      <a:pt x="31" y="177"/>
                      <a:pt x="31" y="177"/>
                    </a:cubicBezTo>
                    <a:cubicBezTo>
                      <a:pt x="29" y="178"/>
                      <a:pt x="27" y="179"/>
                      <a:pt x="24" y="179"/>
                    </a:cubicBezTo>
                    <a:cubicBezTo>
                      <a:pt x="24" y="179"/>
                      <a:pt x="24" y="179"/>
                      <a:pt x="24" y="179"/>
                    </a:cubicBezTo>
                    <a:cubicBezTo>
                      <a:pt x="22" y="178"/>
                      <a:pt x="19" y="177"/>
                      <a:pt x="17" y="176"/>
                    </a:cubicBezTo>
                    <a:cubicBezTo>
                      <a:pt x="15" y="174"/>
                      <a:pt x="14" y="172"/>
                      <a:pt x="13" y="170"/>
                    </a:cubicBezTo>
                    <a:cubicBezTo>
                      <a:pt x="13" y="170"/>
                      <a:pt x="13" y="170"/>
                      <a:pt x="13" y="170"/>
                    </a:cubicBezTo>
                    <a:cubicBezTo>
                      <a:pt x="12" y="167"/>
                      <a:pt x="12" y="165"/>
                      <a:pt x="13" y="162"/>
                    </a:cubicBezTo>
                    <a:cubicBezTo>
                      <a:pt x="18" y="137"/>
                      <a:pt x="18" y="137"/>
                      <a:pt x="18" y="137"/>
                    </a:cubicBezTo>
                    <a:cubicBezTo>
                      <a:pt x="13" y="131"/>
                      <a:pt x="8" y="123"/>
                      <a:pt x="5" y="115"/>
                    </a:cubicBezTo>
                    <a:cubicBezTo>
                      <a:pt x="2" y="106"/>
                      <a:pt x="0" y="96"/>
                      <a:pt x="0" y="86"/>
                    </a:cubicBezTo>
                    <a:cubicBezTo>
                      <a:pt x="0" y="62"/>
                      <a:pt x="10" y="41"/>
                      <a:pt x="28" y="25"/>
                    </a:cubicBezTo>
                    <a:cubicBezTo>
                      <a:pt x="45" y="10"/>
                      <a:pt x="69" y="0"/>
                      <a:pt x="96" y="0"/>
                    </a:cubicBezTo>
                    <a:close/>
                    <a:moveTo>
                      <a:pt x="153" y="37"/>
                    </a:moveTo>
                    <a:cubicBezTo>
                      <a:pt x="153" y="37"/>
                      <a:pt x="153" y="37"/>
                      <a:pt x="153" y="37"/>
                    </a:cubicBezTo>
                    <a:cubicBezTo>
                      <a:pt x="139" y="24"/>
                      <a:pt x="118" y="16"/>
                      <a:pt x="96" y="16"/>
                    </a:cubicBezTo>
                    <a:cubicBezTo>
                      <a:pt x="73" y="16"/>
                      <a:pt x="52" y="24"/>
                      <a:pt x="38" y="37"/>
                    </a:cubicBezTo>
                    <a:cubicBezTo>
                      <a:pt x="23" y="49"/>
                      <a:pt x="14" y="67"/>
                      <a:pt x="14" y="86"/>
                    </a:cubicBezTo>
                    <a:cubicBezTo>
                      <a:pt x="14" y="94"/>
                      <a:pt x="16" y="102"/>
                      <a:pt x="19" y="109"/>
                    </a:cubicBezTo>
                    <a:cubicBezTo>
                      <a:pt x="22" y="117"/>
                      <a:pt x="26" y="124"/>
                      <a:pt x="31" y="130"/>
                    </a:cubicBezTo>
                    <a:cubicBezTo>
                      <a:pt x="33" y="131"/>
                      <a:pt x="34" y="134"/>
                      <a:pt x="33" y="137"/>
                    </a:cubicBezTo>
                    <a:cubicBezTo>
                      <a:pt x="28" y="162"/>
                      <a:pt x="28" y="162"/>
                      <a:pt x="28" y="162"/>
                    </a:cubicBezTo>
                    <a:cubicBezTo>
                      <a:pt x="51" y="149"/>
                      <a:pt x="51" y="149"/>
                      <a:pt x="51" y="149"/>
                    </a:cubicBezTo>
                    <a:cubicBezTo>
                      <a:pt x="53" y="148"/>
                      <a:pt x="55" y="148"/>
                      <a:pt x="57" y="149"/>
                    </a:cubicBezTo>
                    <a:cubicBezTo>
                      <a:pt x="63" y="152"/>
                      <a:pt x="69" y="154"/>
                      <a:pt x="76" y="155"/>
                    </a:cubicBezTo>
                    <a:cubicBezTo>
                      <a:pt x="82" y="157"/>
                      <a:pt x="89" y="157"/>
                      <a:pt x="96" y="157"/>
                    </a:cubicBezTo>
                    <a:cubicBezTo>
                      <a:pt x="118" y="157"/>
                      <a:pt x="139" y="149"/>
                      <a:pt x="153" y="136"/>
                    </a:cubicBezTo>
                    <a:cubicBezTo>
                      <a:pt x="168" y="123"/>
                      <a:pt x="177" y="106"/>
                      <a:pt x="177" y="86"/>
                    </a:cubicBezTo>
                    <a:cubicBezTo>
                      <a:pt x="177" y="67"/>
                      <a:pt x="168" y="49"/>
                      <a:pt x="153" y="37"/>
                    </a:cubicBezTo>
                    <a:close/>
                    <a:moveTo>
                      <a:pt x="64" y="83"/>
                    </a:moveTo>
                    <a:cubicBezTo>
                      <a:pt x="64" y="83"/>
                      <a:pt x="64" y="83"/>
                      <a:pt x="64" y="83"/>
                    </a:cubicBezTo>
                    <a:cubicBezTo>
                      <a:pt x="63" y="82"/>
                      <a:pt x="62" y="81"/>
                      <a:pt x="60" y="81"/>
                    </a:cubicBezTo>
                    <a:cubicBezTo>
                      <a:pt x="59" y="81"/>
                      <a:pt x="57" y="82"/>
                      <a:pt x="56" y="83"/>
                    </a:cubicBezTo>
                    <a:cubicBezTo>
                      <a:pt x="56" y="84"/>
                      <a:pt x="55" y="85"/>
                      <a:pt x="55" y="86"/>
                    </a:cubicBezTo>
                    <a:cubicBezTo>
                      <a:pt x="55" y="88"/>
                      <a:pt x="56" y="89"/>
                      <a:pt x="56" y="90"/>
                    </a:cubicBezTo>
                    <a:cubicBezTo>
                      <a:pt x="57" y="91"/>
                      <a:pt x="59" y="92"/>
                      <a:pt x="60" y="92"/>
                    </a:cubicBezTo>
                    <a:cubicBezTo>
                      <a:pt x="62" y="92"/>
                      <a:pt x="63" y="91"/>
                      <a:pt x="64" y="90"/>
                    </a:cubicBezTo>
                    <a:cubicBezTo>
                      <a:pt x="65" y="89"/>
                      <a:pt x="65" y="88"/>
                      <a:pt x="65" y="86"/>
                    </a:cubicBezTo>
                    <a:cubicBezTo>
                      <a:pt x="65" y="85"/>
                      <a:pt x="65" y="84"/>
                      <a:pt x="64" y="83"/>
                    </a:cubicBezTo>
                    <a:close/>
                    <a:moveTo>
                      <a:pt x="96" y="72"/>
                    </a:moveTo>
                    <a:cubicBezTo>
                      <a:pt x="96" y="72"/>
                      <a:pt x="96" y="72"/>
                      <a:pt x="96" y="72"/>
                    </a:cubicBezTo>
                    <a:cubicBezTo>
                      <a:pt x="99" y="72"/>
                      <a:pt x="103" y="74"/>
                      <a:pt x="105" y="76"/>
                    </a:cubicBezTo>
                    <a:cubicBezTo>
                      <a:pt x="108" y="79"/>
                      <a:pt x="110" y="82"/>
                      <a:pt x="110" y="86"/>
                    </a:cubicBezTo>
                    <a:cubicBezTo>
                      <a:pt x="110" y="90"/>
                      <a:pt x="108" y="94"/>
                      <a:pt x="105" y="97"/>
                    </a:cubicBezTo>
                    <a:cubicBezTo>
                      <a:pt x="103" y="99"/>
                      <a:pt x="99" y="101"/>
                      <a:pt x="96" y="101"/>
                    </a:cubicBezTo>
                    <a:cubicBezTo>
                      <a:pt x="92" y="101"/>
                      <a:pt x="88" y="99"/>
                      <a:pt x="86" y="97"/>
                    </a:cubicBezTo>
                    <a:cubicBezTo>
                      <a:pt x="83" y="94"/>
                      <a:pt x="82" y="90"/>
                      <a:pt x="82" y="86"/>
                    </a:cubicBezTo>
                    <a:cubicBezTo>
                      <a:pt x="82" y="82"/>
                      <a:pt x="83" y="79"/>
                      <a:pt x="86" y="76"/>
                    </a:cubicBezTo>
                    <a:cubicBezTo>
                      <a:pt x="88" y="74"/>
                      <a:pt x="92" y="72"/>
                      <a:pt x="96" y="72"/>
                    </a:cubicBezTo>
                    <a:close/>
                    <a:moveTo>
                      <a:pt x="99" y="83"/>
                    </a:moveTo>
                    <a:cubicBezTo>
                      <a:pt x="99" y="83"/>
                      <a:pt x="99" y="83"/>
                      <a:pt x="99" y="83"/>
                    </a:cubicBezTo>
                    <a:cubicBezTo>
                      <a:pt x="98" y="82"/>
                      <a:pt x="97" y="81"/>
                      <a:pt x="96" y="81"/>
                    </a:cubicBezTo>
                    <a:cubicBezTo>
                      <a:pt x="94" y="81"/>
                      <a:pt x="93" y="82"/>
                      <a:pt x="92" y="83"/>
                    </a:cubicBezTo>
                    <a:cubicBezTo>
                      <a:pt x="91" y="84"/>
                      <a:pt x="90" y="85"/>
                      <a:pt x="90" y="86"/>
                    </a:cubicBezTo>
                    <a:cubicBezTo>
                      <a:pt x="90" y="88"/>
                      <a:pt x="91" y="89"/>
                      <a:pt x="92" y="90"/>
                    </a:cubicBezTo>
                    <a:cubicBezTo>
                      <a:pt x="93" y="91"/>
                      <a:pt x="94" y="92"/>
                      <a:pt x="96" y="92"/>
                    </a:cubicBezTo>
                    <a:cubicBezTo>
                      <a:pt x="97" y="92"/>
                      <a:pt x="98" y="91"/>
                      <a:pt x="99" y="90"/>
                    </a:cubicBezTo>
                    <a:cubicBezTo>
                      <a:pt x="100" y="89"/>
                      <a:pt x="101" y="88"/>
                      <a:pt x="101" y="86"/>
                    </a:cubicBezTo>
                    <a:cubicBezTo>
                      <a:pt x="101" y="85"/>
                      <a:pt x="100" y="84"/>
                      <a:pt x="99" y="83"/>
                    </a:cubicBezTo>
                    <a:close/>
                    <a:moveTo>
                      <a:pt x="131" y="72"/>
                    </a:moveTo>
                    <a:cubicBezTo>
                      <a:pt x="131" y="72"/>
                      <a:pt x="131" y="72"/>
                      <a:pt x="131" y="72"/>
                    </a:cubicBezTo>
                    <a:cubicBezTo>
                      <a:pt x="135" y="72"/>
                      <a:pt x="138" y="74"/>
                      <a:pt x="141" y="76"/>
                    </a:cubicBezTo>
                    <a:cubicBezTo>
                      <a:pt x="143" y="79"/>
                      <a:pt x="145" y="82"/>
                      <a:pt x="145" y="86"/>
                    </a:cubicBezTo>
                    <a:cubicBezTo>
                      <a:pt x="145" y="90"/>
                      <a:pt x="143" y="94"/>
                      <a:pt x="141" y="97"/>
                    </a:cubicBezTo>
                    <a:cubicBezTo>
                      <a:pt x="138" y="99"/>
                      <a:pt x="135" y="101"/>
                      <a:pt x="131" y="101"/>
                    </a:cubicBezTo>
                    <a:cubicBezTo>
                      <a:pt x="127" y="101"/>
                      <a:pt x="124" y="99"/>
                      <a:pt x="121" y="97"/>
                    </a:cubicBezTo>
                    <a:cubicBezTo>
                      <a:pt x="119" y="94"/>
                      <a:pt x="117" y="90"/>
                      <a:pt x="117" y="86"/>
                    </a:cubicBezTo>
                    <a:cubicBezTo>
                      <a:pt x="117" y="82"/>
                      <a:pt x="119" y="79"/>
                      <a:pt x="121" y="76"/>
                    </a:cubicBezTo>
                    <a:cubicBezTo>
                      <a:pt x="124" y="74"/>
                      <a:pt x="127" y="72"/>
                      <a:pt x="131" y="72"/>
                    </a:cubicBezTo>
                    <a:close/>
                    <a:moveTo>
                      <a:pt x="135" y="83"/>
                    </a:moveTo>
                    <a:cubicBezTo>
                      <a:pt x="135" y="83"/>
                      <a:pt x="135" y="83"/>
                      <a:pt x="135" y="83"/>
                    </a:cubicBezTo>
                    <a:cubicBezTo>
                      <a:pt x="134" y="82"/>
                      <a:pt x="132" y="81"/>
                      <a:pt x="131" y="81"/>
                    </a:cubicBezTo>
                    <a:cubicBezTo>
                      <a:pt x="130" y="81"/>
                      <a:pt x="128" y="82"/>
                      <a:pt x="127" y="83"/>
                    </a:cubicBezTo>
                    <a:cubicBezTo>
                      <a:pt x="126" y="84"/>
                      <a:pt x="126" y="85"/>
                      <a:pt x="126" y="86"/>
                    </a:cubicBezTo>
                    <a:cubicBezTo>
                      <a:pt x="126" y="88"/>
                      <a:pt x="126" y="89"/>
                      <a:pt x="127" y="90"/>
                    </a:cubicBezTo>
                    <a:cubicBezTo>
                      <a:pt x="128" y="91"/>
                      <a:pt x="130" y="92"/>
                      <a:pt x="131" y="92"/>
                    </a:cubicBezTo>
                    <a:cubicBezTo>
                      <a:pt x="132" y="92"/>
                      <a:pt x="134" y="91"/>
                      <a:pt x="135" y="90"/>
                    </a:cubicBezTo>
                    <a:cubicBezTo>
                      <a:pt x="136" y="89"/>
                      <a:pt x="136" y="88"/>
                      <a:pt x="136" y="86"/>
                    </a:cubicBezTo>
                    <a:cubicBezTo>
                      <a:pt x="136" y="85"/>
                      <a:pt x="136" y="84"/>
                      <a:pt x="135" y="83"/>
                    </a:cubicBezTo>
                    <a:close/>
                  </a:path>
                </a:pathLst>
              </a:custGeom>
              <a:solidFill>
                <a:srgbClr val="1C4F9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8078" y="5211"/>
                <a:ext cx="1029" cy="725"/>
              </a:xfrm>
              <a:prstGeom prst="rect">
                <a:avLst/>
              </a:prstGeom>
            </p:spPr>
            <p:txBody>
              <a:bodyPr wrap="square" lIns="91440" tIns="45720" rIns="91440" bIns="45720">
                <a:spAutoFit/>
              </a:bodyPr>
              <a:lstStyle/>
              <a:p>
                <a:pPr lvl="0" algn="ctr"/>
                <a:r>
                  <a:rPr lang="en-US" altLang="zh-CN" sz="2400" b="1" dirty="0">
                    <a:solidFill>
                      <a:srgbClr val="FFFFFF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01</a:t>
                </a:r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6703" y="6172"/>
                <a:ext cx="1988" cy="434"/>
              </a:xfrm>
              <a:prstGeom prst="rect">
                <a:avLst/>
              </a:prstGeom>
            </p:spPr>
            <p:txBody>
              <a:bodyPr wrap="square" lIns="91440" tIns="45720" rIns="91440" bIns="45720">
                <a:spAutoFit/>
              </a:bodyPr>
              <a:lstStyle/>
              <a:p>
                <a:pPr lvl="0" algn="ctr"/>
                <a:r>
                  <a:rPr lang="en-US" altLang="zh-CN" sz="12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 HERE</a:t>
                </a:r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9593" y="4828"/>
                <a:ext cx="1029" cy="725"/>
              </a:xfrm>
              <a:prstGeom prst="rect">
                <a:avLst/>
              </a:prstGeom>
            </p:spPr>
            <p:txBody>
              <a:bodyPr wrap="square" lIns="91440" tIns="45720" rIns="91440" bIns="45720">
                <a:spAutoFit/>
              </a:bodyPr>
              <a:lstStyle/>
              <a:p>
                <a:pPr lvl="0" algn="ctr"/>
                <a:r>
                  <a:rPr lang="en-US" altLang="zh-CN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02</a:t>
                </a:r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8750" y="3906"/>
                <a:ext cx="1988" cy="434"/>
              </a:xfrm>
              <a:prstGeom prst="rect">
                <a:avLst/>
              </a:prstGeom>
            </p:spPr>
            <p:txBody>
              <a:bodyPr wrap="square" lIns="91440" tIns="45720" rIns="91440" bIns="45720">
                <a:spAutoFit/>
              </a:bodyPr>
              <a:lstStyle/>
              <a:p>
                <a:pPr lvl="0" algn="ctr"/>
                <a:r>
                  <a:rPr lang="en-US" altLang="zh-CN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TEXT HERE</a:t>
                </a:r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10093" y="6172"/>
                <a:ext cx="1029" cy="725"/>
              </a:xfrm>
              <a:prstGeom prst="rect">
                <a:avLst/>
              </a:prstGeom>
            </p:spPr>
            <p:txBody>
              <a:bodyPr wrap="square" lIns="91440" tIns="45720" rIns="91440" bIns="45720">
                <a:spAutoFit/>
              </a:bodyPr>
              <a:lstStyle/>
              <a:p>
                <a:pPr lvl="0" algn="ctr"/>
                <a:r>
                  <a:rPr lang="en-US" altLang="zh-CN" sz="2400" b="1" dirty="0">
                    <a:solidFill>
                      <a:srgbClr val="FFFFFF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03</a:t>
                </a:r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10795" y="5642"/>
                <a:ext cx="1988" cy="434"/>
              </a:xfrm>
              <a:prstGeom prst="rect">
                <a:avLst/>
              </a:prstGeom>
            </p:spPr>
            <p:txBody>
              <a:bodyPr wrap="square" lIns="91440" tIns="45720" rIns="91440" bIns="45720">
                <a:spAutoFit/>
              </a:bodyPr>
              <a:lstStyle/>
              <a:p>
                <a:pPr lvl="0" algn="ctr"/>
                <a:r>
                  <a:rPr lang="en-US" altLang="zh-CN" sz="12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 HERE</a:t>
                </a:r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8601" y="6650"/>
                <a:ext cx="1029" cy="725"/>
              </a:xfrm>
              <a:prstGeom prst="rect">
                <a:avLst/>
              </a:prstGeom>
            </p:spPr>
            <p:txBody>
              <a:bodyPr wrap="square" lIns="91440" tIns="45720" rIns="91440" bIns="45720">
                <a:spAutoFit/>
              </a:bodyPr>
              <a:lstStyle/>
              <a:p>
                <a:pPr lvl="0" algn="ctr"/>
                <a:r>
                  <a:rPr lang="en-US" altLang="zh-CN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04</a:t>
                </a:r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8750" y="7967"/>
                <a:ext cx="1988" cy="434"/>
              </a:xfrm>
              <a:prstGeom prst="rect">
                <a:avLst/>
              </a:prstGeom>
            </p:spPr>
            <p:txBody>
              <a:bodyPr wrap="square" lIns="91440" tIns="45720" rIns="91440" bIns="45720">
                <a:spAutoFit/>
              </a:bodyPr>
              <a:lstStyle/>
              <a:p>
                <a:pPr lvl="0" algn="ctr"/>
                <a:r>
                  <a:rPr lang="en-US" altLang="zh-CN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sym typeface="+mn-ea"/>
                  </a:rPr>
                  <a:t>TEXT HERE</a:t>
                </a:r>
              </a:p>
            </p:txBody>
          </p:sp>
          <p:sp>
            <p:nvSpPr>
              <p:cNvPr id="57" name="矩形 56"/>
              <p:cNvSpPr/>
              <p:nvPr/>
            </p:nvSpPr>
            <p:spPr>
              <a:xfrm>
                <a:off x="2637" y="3804"/>
                <a:ext cx="2689" cy="590"/>
              </a:xfrm>
              <a:prstGeom prst="rect">
                <a:avLst/>
              </a:prstGeom>
            </p:spPr>
            <p:txBody>
              <a:bodyPr wrap="square" lIns="67387" tIns="33694" rIns="67387" bIns="33694">
                <a:spAutoFit/>
              </a:bodyPr>
              <a:lstStyle/>
              <a:p>
                <a:pPr algn="dist" defTabSz="67373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000" b="1" dirty="0">
                    <a:solidFill>
                      <a:srgbClr val="1C4F90"/>
                    </a:solidFill>
                    <a:effectLst/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编辑段落文本</a:t>
                </a:r>
              </a:p>
            </p:txBody>
          </p:sp>
          <p:sp>
            <p:nvSpPr>
              <p:cNvPr id="58" name="矩形 47"/>
              <p:cNvSpPr>
                <a:spLocks noChangeArrowheads="1"/>
              </p:cNvSpPr>
              <p:nvPr/>
            </p:nvSpPr>
            <p:spPr bwMode="auto">
              <a:xfrm>
                <a:off x="2149" y="4349"/>
                <a:ext cx="3769" cy="12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67387" tIns="33694" rIns="67387" bIns="33694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9pPr>
              </a:lstStyle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here.</a:t>
                </a:r>
              </a:p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here.</a:t>
                </a:r>
              </a:p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content.</a:t>
                </a:r>
              </a:p>
            </p:txBody>
          </p:sp>
          <p:sp>
            <p:nvSpPr>
              <p:cNvPr id="59" name="矩形 58"/>
              <p:cNvSpPr/>
              <p:nvPr/>
            </p:nvSpPr>
            <p:spPr>
              <a:xfrm>
                <a:off x="2635" y="7698"/>
                <a:ext cx="2689" cy="590"/>
              </a:xfrm>
              <a:prstGeom prst="rect">
                <a:avLst/>
              </a:prstGeom>
            </p:spPr>
            <p:txBody>
              <a:bodyPr wrap="square" lIns="67387" tIns="33694" rIns="67387" bIns="33694">
                <a:spAutoFit/>
              </a:bodyPr>
              <a:lstStyle/>
              <a:p>
                <a:pPr algn="dist" defTabSz="67373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000" b="1" dirty="0">
                    <a:solidFill>
                      <a:srgbClr val="1C4F90"/>
                    </a:solidFill>
                    <a:effectLst/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编辑段落文本</a:t>
                </a:r>
              </a:p>
            </p:txBody>
          </p:sp>
          <p:sp>
            <p:nvSpPr>
              <p:cNvPr id="60" name="矩形 47"/>
              <p:cNvSpPr>
                <a:spLocks noChangeArrowheads="1"/>
              </p:cNvSpPr>
              <p:nvPr/>
            </p:nvSpPr>
            <p:spPr bwMode="auto">
              <a:xfrm>
                <a:off x="2147" y="8243"/>
                <a:ext cx="3769" cy="12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67387" tIns="33694" rIns="67387" bIns="33694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9pPr>
              </a:lstStyle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here.</a:t>
                </a:r>
              </a:p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here.</a:t>
                </a:r>
              </a:p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content.</a:t>
                </a:r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13755" y="3804"/>
                <a:ext cx="2689" cy="590"/>
              </a:xfrm>
              <a:prstGeom prst="rect">
                <a:avLst/>
              </a:prstGeom>
            </p:spPr>
            <p:txBody>
              <a:bodyPr wrap="square" lIns="67387" tIns="33694" rIns="67387" bIns="33694">
                <a:spAutoFit/>
              </a:bodyPr>
              <a:lstStyle/>
              <a:p>
                <a:pPr algn="dist" defTabSz="67373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000" b="1" dirty="0">
                    <a:solidFill>
                      <a:srgbClr val="1C4F90"/>
                    </a:solidFill>
                    <a:effectLst/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编辑段落文本</a:t>
                </a:r>
              </a:p>
            </p:txBody>
          </p:sp>
          <p:sp>
            <p:nvSpPr>
              <p:cNvPr id="62" name="矩形 47"/>
              <p:cNvSpPr>
                <a:spLocks noChangeArrowheads="1"/>
              </p:cNvSpPr>
              <p:nvPr/>
            </p:nvSpPr>
            <p:spPr bwMode="auto">
              <a:xfrm>
                <a:off x="13267" y="4349"/>
                <a:ext cx="3769" cy="12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67387" tIns="33694" rIns="67387" bIns="33694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9pPr>
              </a:lstStyle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here.</a:t>
                </a:r>
              </a:p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here.</a:t>
                </a:r>
              </a:p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content.</a:t>
                </a:r>
              </a:p>
            </p:txBody>
          </p:sp>
          <p:sp>
            <p:nvSpPr>
              <p:cNvPr id="63" name="矩形 62"/>
              <p:cNvSpPr/>
              <p:nvPr/>
            </p:nvSpPr>
            <p:spPr>
              <a:xfrm>
                <a:off x="13753" y="7698"/>
                <a:ext cx="2689" cy="590"/>
              </a:xfrm>
              <a:prstGeom prst="rect">
                <a:avLst/>
              </a:prstGeom>
            </p:spPr>
            <p:txBody>
              <a:bodyPr wrap="square" lIns="67387" tIns="33694" rIns="67387" bIns="33694">
                <a:spAutoFit/>
              </a:bodyPr>
              <a:lstStyle/>
              <a:p>
                <a:pPr algn="dist" defTabSz="673735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000" b="1" dirty="0">
                    <a:solidFill>
                      <a:srgbClr val="1C4F90"/>
                    </a:solidFill>
                    <a:effectLst/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编辑段落文本</a:t>
                </a:r>
              </a:p>
            </p:txBody>
          </p:sp>
          <p:sp>
            <p:nvSpPr>
              <p:cNvPr id="64" name="矩形 47"/>
              <p:cNvSpPr>
                <a:spLocks noChangeArrowheads="1"/>
              </p:cNvSpPr>
              <p:nvPr/>
            </p:nvSpPr>
            <p:spPr bwMode="auto">
              <a:xfrm>
                <a:off x="13265" y="8243"/>
                <a:ext cx="3769" cy="12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67387" tIns="33694" rIns="67387" bIns="33694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alibri" panose="020F0502020204030204" charset="0"/>
                  </a:defRPr>
                </a:lvl9pPr>
              </a:lstStyle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here.</a:t>
                </a:r>
              </a:p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here.</a:t>
                </a:r>
              </a:p>
              <a:p>
                <a:pPr indent="0" algn="ctr">
                  <a:lnSpc>
                    <a:spcPct val="130000"/>
                  </a:lnSpc>
                  <a:spcBef>
                    <a:spcPts val="20"/>
                  </a:spcBef>
                  <a:spcAft>
                    <a:spcPts val="0"/>
                  </a:spcAft>
                  <a:buNone/>
                </a:pP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content.</a:t>
                </a:r>
              </a:p>
            </p:txBody>
          </p:sp>
        </p:grpSp>
        <p:grpSp>
          <p:nvGrpSpPr>
            <p:cNvPr id="65" name="组合 64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66" name="直角三角形 65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直角三角形 66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8" name="文本框 67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</a:p>
          </p:txBody>
        </p:sp>
      </p:grpSp>
    </p:spTree>
    <p:custDataLst>
      <p:tags r:id="rId1"/>
    </p:custDataLst>
  </p:cSld>
  <p:clrMapOvr>
    <a:masterClrMapping/>
  </p:clrMapOvr>
  <p:transition advTm="2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27965" y="0"/>
            <a:ext cx="11395075" cy="5655945"/>
            <a:chOff x="-359" y="0"/>
            <a:chExt cx="17945" cy="8907"/>
          </a:xfrm>
        </p:grpSpPr>
        <p:pic>
          <p:nvPicPr>
            <p:cNvPr id="17" name="图片 16" descr="C:\Users\Administrator\Downloads\02.千库\毕业答辩\千库网_笔记同学摄影图_摄影图编号84242.jpg千库网_笔记同学摄影图_摄影图编号84242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424" y="2862"/>
              <a:ext cx="8431" cy="6044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>
              <a:off x="10095" y="2927"/>
              <a:ext cx="7491" cy="1224"/>
            </a:xfrm>
            <a:prstGeom prst="rect">
              <a:avLst/>
            </a:prstGeom>
            <a:noFill/>
            <a:ln w="25400">
              <a:solidFill>
                <a:srgbClr val="1C4F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6499" y="2927"/>
              <a:ext cx="1070" cy="1207"/>
            </a:xfrm>
            <a:prstGeom prst="rect">
              <a:avLst/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0095" y="4510"/>
              <a:ext cx="7491" cy="1224"/>
            </a:xfrm>
            <a:prstGeom prst="rect">
              <a:avLst/>
            </a:prstGeom>
            <a:noFill/>
            <a:ln w="25400">
              <a:solidFill>
                <a:schemeClr val="bg2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6499" y="4536"/>
              <a:ext cx="1070" cy="1199"/>
            </a:xfrm>
            <a:prstGeom prst="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0095" y="6100"/>
              <a:ext cx="7491" cy="1224"/>
            </a:xfrm>
            <a:prstGeom prst="rect">
              <a:avLst/>
            </a:prstGeom>
            <a:noFill/>
            <a:ln w="25400">
              <a:solidFill>
                <a:srgbClr val="1C4F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6499" y="6111"/>
              <a:ext cx="1070" cy="1199"/>
            </a:xfrm>
            <a:prstGeom prst="rect">
              <a:avLst/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0095" y="7683"/>
              <a:ext cx="7491" cy="1224"/>
            </a:xfrm>
            <a:prstGeom prst="rect">
              <a:avLst/>
            </a:prstGeom>
            <a:noFill/>
            <a:ln w="25400">
              <a:solidFill>
                <a:schemeClr val="bg2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6516" y="7683"/>
              <a:ext cx="1070" cy="1223"/>
            </a:xfrm>
            <a:prstGeom prst="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176" name="组合 175"/>
            <p:cNvGrpSpPr/>
            <p:nvPr/>
          </p:nvGrpSpPr>
          <p:grpSpPr>
            <a:xfrm>
              <a:off x="16648" y="4785"/>
              <a:ext cx="806" cy="668"/>
              <a:chOff x="5849" y="4994"/>
              <a:chExt cx="890" cy="718"/>
            </a:xfrm>
            <a:solidFill>
              <a:schemeClr val="bg1"/>
            </a:solidFill>
          </p:grpSpPr>
          <p:sp>
            <p:nvSpPr>
              <p:cNvPr id="210" name="Freeform 45"/>
              <p:cNvSpPr/>
              <p:nvPr/>
            </p:nvSpPr>
            <p:spPr bwMode="auto">
              <a:xfrm>
                <a:off x="5964" y="5282"/>
                <a:ext cx="296" cy="58"/>
              </a:xfrm>
              <a:custGeom>
                <a:avLst/>
                <a:gdLst>
                  <a:gd name="T0" fmla="*/ 81 w 90"/>
                  <a:gd name="T1" fmla="*/ 18 h 18"/>
                  <a:gd name="T2" fmla="*/ 9 w 90"/>
                  <a:gd name="T3" fmla="*/ 18 h 18"/>
                  <a:gd name="T4" fmla="*/ 0 w 90"/>
                  <a:gd name="T5" fmla="*/ 9 h 18"/>
                  <a:gd name="T6" fmla="*/ 9 w 90"/>
                  <a:gd name="T7" fmla="*/ 0 h 18"/>
                  <a:gd name="T8" fmla="*/ 81 w 90"/>
                  <a:gd name="T9" fmla="*/ 0 h 18"/>
                  <a:gd name="T10" fmla="*/ 90 w 90"/>
                  <a:gd name="T11" fmla="*/ 9 h 18"/>
                  <a:gd name="T12" fmla="*/ 81 w 90"/>
                  <a:gd name="T13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0" h="18">
                    <a:moveTo>
                      <a:pt x="81" y="18"/>
                    </a:moveTo>
                    <a:cubicBezTo>
                      <a:pt x="9" y="18"/>
                      <a:pt x="9" y="18"/>
                      <a:pt x="9" y="18"/>
                    </a:cubicBezTo>
                    <a:cubicBezTo>
                      <a:pt x="4" y="18"/>
                      <a:pt x="0" y="14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86" y="0"/>
                      <a:pt x="90" y="4"/>
                      <a:pt x="90" y="9"/>
                    </a:cubicBezTo>
                    <a:cubicBezTo>
                      <a:pt x="90" y="14"/>
                      <a:pt x="86" y="18"/>
                      <a:pt x="81" y="1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211" name="Freeform 46"/>
              <p:cNvSpPr/>
              <p:nvPr/>
            </p:nvSpPr>
            <p:spPr bwMode="auto">
              <a:xfrm>
                <a:off x="6001" y="5288"/>
                <a:ext cx="55" cy="120"/>
              </a:xfrm>
              <a:custGeom>
                <a:avLst/>
                <a:gdLst>
                  <a:gd name="T0" fmla="*/ 9 w 17"/>
                  <a:gd name="T1" fmla="*/ 37 h 37"/>
                  <a:gd name="T2" fmla="*/ 0 w 17"/>
                  <a:gd name="T3" fmla="*/ 28 h 37"/>
                  <a:gd name="T4" fmla="*/ 0 w 17"/>
                  <a:gd name="T5" fmla="*/ 9 h 37"/>
                  <a:gd name="T6" fmla="*/ 9 w 17"/>
                  <a:gd name="T7" fmla="*/ 0 h 37"/>
                  <a:gd name="T8" fmla="*/ 17 w 17"/>
                  <a:gd name="T9" fmla="*/ 9 h 37"/>
                  <a:gd name="T10" fmla="*/ 17 w 17"/>
                  <a:gd name="T11" fmla="*/ 28 h 37"/>
                  <a:gd name="T12" fmla="*/ 9 w 17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37">
                    <a:moveTo>
                      <a:pt x="9" y="37"/>
                    </a:moveTo>
                    <a:cubicBezTo>
                      <a:pt x="4" y="37"/>
                      <a:pt x="0" y="33"/>
                      <a:pt x="0" y="28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13" y="0"/>
                      <a:pt x="17" y="4"/>
                      <a:pt x="17" y="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33"/>
                      <a:pt x="13" y="37"/>
                      <a:pt x="9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212" name="Freeform 47"/>
              <p:cNvSpPr/>
              <p:nvPr/>
            </p:nvSpPr>
            <p:spPr bwMode="auto">
              <a:xfrm>
                <a:off x="6069" y="5288"/>
                <a:ext cx="60" cy="120"/>
              </a:xfrm>
              <a:custGeom>
                <a:avLst/>
                <a:gdLst>
                  <a:gd name="T0" fmla="*/ 9 w 18"/>
                  <a:gd name="T1" fmla="*/ 37 h 37"/>
                  <a:gd name="T2" fmla="*/ 0 w 18"/>
                  <a:gd name="T3" fmla="*/ 28 h 37"/>
                  <a:gd name="T4" fmla="*/ 0 w 18"/>
                  <a:gd name="T5" fmla="*/ 9 h 37"/>
                  <a:gd name="T6" fmla="*/ 9 w 18"/>
                  <a:gd name="T7" fmla="*/ 0 h 37"/>
                  <a:gd name="T8" fmla="*/ 18 w 18"/>
                  <a:gd name="T9" fmla="*/ 9 h 37"/>
                  <a:gd name="T10" fmla="*/ 18 w 18"/>
                  <a:gd name="T11" fmla="*/ 28 h 37"/>
                  <a:gd name="T12" fmla="*/ 9 w 18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" h="37">
                    <a:moveTo>
                      <a:pt x="9" y="37"/>
                    </a:moveTo>
                    <a:cubicBezTo>
                      <a:pt x="4" y="37"/>
                      <a:pt x="0" y="33"/>
                      <a:pt x="0" y="28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14" y="0"/>
                      <a:pt x="18" y="4"/>
                      <a:pt x="18" y="9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8" y="33"/>
                      <a:pt x="14" y="37"/>
                      <a:pt x="9" y="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213" name="Freeform 48"/>
              <p:cNvSpPr>
                <a:spLocks noEditPoints="1"/>
              </p:cNvSpPr>
              <p:nvPr/>
            </p:nvSpPr>
            <p:spPr bwMode="auto">
              <a:xfrm>
                <a:off x="6213" y="5185"/>
                <a:ext cx="168" cy="251"/>
              </a:xfrm>
              <a:custGeom>
                <a:avLst/>
                <a:gdLst>
                  <a:gd name="T0" fmla="*/ 25 w 51"/>
                  <a:gd name="T1" fmla="*/ 76 h 76"/>
                  <a:gd name="T2" fmla="*/ 0 w 51"/>
                  <a:gd name="T3" fmla="*/ 50 h 76"/>
                  <a:gd name="T4" fmla="*/ 0 w 51"/>
                  <a:gd name="T5" fmla="*/ 26 h 76"/>
                  <a:gd name="T6" fmla="*/ 25 w 51"/>
                  <a:gd name="T7" fmla="*/ 0 h 76"/>
                  <a:gd name="T8" fmla="*/ 51 w 51"/>
                  <a:gd name="T9" fmla="*/ 26 h 76"/>
                  <a:gd name="T10" fmla="*/ 51 w 51"/>
                  <a:gd name="T11" fmla="*/ 50 h 76"/>
                  <a:gd name="T12" fmla="*/ 25 w 51"/>
                  <a:gd name="T13" fmla="*/ 76 h 76"/>
                  <a:gd name="T14" fmla="*/ 25 w 51"/>
                  <a:gd name="T15" fmla="*/ 18 h 76"/>
                  <a:gd name="T16" fmla="*/ 17 w 51"/>
                  <a:gd name="T17" fmla="*/ 26 h 76"/>
                  <a:gd name="T18" fmla="*/ 17 w 51"/>
                  <a:gd name="T19" fmla="*/ 50 h 76"/>
                  <a:gd name="T20" fmla="*/ 25 w 51"/>
                  <a:gd name="T21" fmla="*/ 58 h 76"/>
                  <a:gd name="T22" fmla="*/ 34 w 51"/>
                  <a:gd name="T23" fmla="*/ 50 h 76"/>
                  <a:gd name="T24" fmla="*/ 34 w 51"/>
                  <a:gd name="T25" fmla="*/ 26 h 76"/>
                  <a:gd name="T26" fmla="*/ 25 w 51"/>
                  <a:gd name="T27" fmla="*/ 1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1" h="76">
                    <a:moveTo>
                      <a:pt x="25" y="76"/>
                    </a:moveTo>
                    <a:cubicBezTo>
                      <a:pt x="11" y="76"/>
                      <a:pt x="0" y="64"/>
                      <a:pt x="0" y="50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12"/>
                      <a:pt x="11" y="0"/>
                      <a:pt x="25" y="0"/>
                    </a:cubicBezTo>
                    <a:cubicBezTo>
                      <a:pt x="40" y="0"/>
                      <a:pt x="51" y="12"/>
                      <a:pt x="51" y="26"/>
                    </a:cubicBezTo>
                    <a:cubicBezTo>
                      <a:pt x="51" y="50"/>
                      <a:pt x="51" y="50"/>
                      <a:pt x="51" y="50"/>
                    </a:cubicBezTo>
                    <a:cubicBezTo>
                      <a:pt x="51" y="64"/>
                      <a:pt x="40" y="76"/>
                      <a:pt x="25" y="76"/>
                    </a:cubicBezTo>
                    <a:close/>
                    <a:moveTo>
                      <a:pt x="25" y="18"/>
                    </a:moveTo>
                    <a:cubicBezTo>
                      <a:pt x="21" y="18"/>
                      <a:pt x="17" y="22"/>
                      <a:pt x="17" y="26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7" y="55"/>
                      <a:pt x="21" y="58"/>
                      <a:pt x="25" y="58"/>
                    </a:cubicBezTo>
                    <a:cubicBezTo>
                      <a:pt x="30" y="58"/>
                      <a:pt x="34" y="55"/>
                      <a:pt x="34" y="50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4" y="22"/>
                      <a:pt x="30" y="18"/>
                      <a:pt x="25" y="1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214" name="Freeform 49"/>
              <p:cNvSpPr>
                <a:spLocks noEditPoints="1"/>
              </p:cNvSpPr>
              <p:nvPr/>
            </p:nvSpPr>
            <p:spPr bwMode="auto">
              <a:xfrm>
                <a:off x="5849" y="4994"/>
                <a:ext cx="890" cy="718"/>
              </a:xfrm>
              <a:custGeom>
                <a:avLst/>
                <a:gdLst>
                  <a:gd name="T0" fmla="*/ 259 w 271"/>
                  <a:gd name="T1" fmla="*/ 181 h 218"/>
                  <a:gd name="T2" fmla="*/ 207 w 271"/>
                  <a:gd name="T3" fmla="*/ 147 h 218"/>
                  <a:gd name="T4" fmla="*/ 192 w 271"/>
                  <a:gd name="T5" fmla="*/ 145 h 218"/>
                  <a:gd name="T6" fmla="*/ 187 w 271"/>
                  <a:gd name="T7" fmla="*/ 147 h 218"/>
                  <a:gd name="T8" fmla="*/ 178 w 271"/>
                  <a:gd name="T9" fmla="*/ 141 h 218"/>
                  <a:gd name="T10" fmla="*/ 187 w 271"/>
                  <a:gd name="T11" fmla="*/ 77 h 218"/>
                  <a:gd name="T12" fmla="*/ 78 w 271"/>
                  <a:gd name="T13" fmla="*/ 11 h 218"/>
                  <a:gd name="T14" fmla="*/ 12 w 271"/>
                  <a:gd name="T15" fmla="*/ 120 h 218"/>
                  <a:gd name="T16" fmla="*/ 121 w 271"/>
                  <a:gd name="T17" fmla="*/ 186 h 218"/>
                  <a:gd name="T18" fmla="*/ 168 w 271"/>
                  <a:gd name="T19" fmla="*/ 157 h 218"/>
                  <a:gd name="T20" fmla="*/ 177 w 271"/>
                  <a:gd name="T21" fmla="*/ 163 h 218"/>
                  <a:gd name="T22" fmla="*/ 185 w 271"/>
                  <a:gd name="T23" fmla="*/ 180 h 218"/>
                  <a:gd name="T24" fmla="*/ 238 w 271"/>
                  <a:gd name="T25" fmla="*/ 214 h 218"/>
                  <a:gd name="T26" fmla="*/ 253 w 271"/>
                  <a:gd name="T27" fmla="*/ 217 h 218"/>
                  <a:gd name="T28" fmla="*/ 265 w 271"/>
                  <a:gd name="T29" fmla="*/ 208 h 218"/>
                  <a:gd name="T30" fmla="*/ 259 w 271"/>
                  <a:gd name="T31" fmla="*/ 181 h 218"/>
                  <a:gd name="T32" fmla="*/ 117 w 271"/>
                  <a:gd name="T33" fmla="*/ 170 h 218"/>
                  <a:gd name="T34" fmla="*/ 28 w 271"/>
                  <a:gd name="T35" fmla="*/ 116 h 218"/>
                  <a:gd name="T36" fmla="*/ 82 w 271"/>
                  <a:gd name="T37" fmla="*/ 27 h 218"/>
                  <a:gd name="T38" fmla="*/ 170 w 271"/>
                  <a:gd name="T39" fmla="*/ 81 h 218"/>
                  <a:gd name="T40" fmla="*/ 117 w 271"/>
                  <a:gd name="T41" fmla="*/ 170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71" h="218">
                    <a:moveTo>
                      <a:pt x="259" y="181"/>
                    </a:moveTo>
                    <a:cubicBezTo>
                      <a:pt x="207" y="147"/>
                      <a:pt x="207" y="147"/>
                      <a:pt x="207" y="147"/>
                    </a:cubicBezTo>
                    <a:cubicBezTo>
                      <a:pt x="202" y="144"/>
                      <a:pt x="197" y="144"/>
                      <a:pt x="192" y="145"/>
                    </a:cubicBezTo>
                    <a:cubicBezTo>
                      <a:pt x="190" y="145"/>
                      <a:pt x="188" y="146"/>
                      <a:pt x="187" y="147"/>
                    </a:cubicBezTo>
                    <a:cubicBezTo>
                      <a:pt x="178" y="141"/>
                      <a:pt x="178" y="141"/>
                      <a:pt x="178" y="141"/>
                    </a:cubicBezTo>
                    <a:cubicBezTo>
                      <a:pt x="188" y="122"/>
                      <a:pt x="192" y="100"/>
                      <a:pt x="187" y="77"/>
                    </a:cubicBezTo>
                    <a:cubicBezTo>
                      <a:pt x="175" y="29"/>
                      <a:pt x="126" y="0"/>
                      <a:pt x="78" y="11"/>
                    </a:cubicBezTo>
                    <a:cubicBezTo>
                      <a:pt x="30" y="23"/>
                      <a:pt x="0" y="72"/>
                      <a:pt x="12" y="120"/>
                    </a:cubicBezTo>
                    <a:cubicBezTo>
                      <a:pt x="24" y="168"/>
                      <a:pt x="72" y="197"/>
                      <a:pt x="121" y="186"/>
                    </a:cubicBezTo>
                    <a:cubicBezTo>
                      <a:pt x="140" y="181"/>
                      <a:pt x="156" y="171"/>
                      <a:pt x="168" y="157"/>
                    </a:cubicBezTo>
                    <a:cubicBezTo>
                      <a:pt x="177" y="163"/>
                      <a:pt x="177" y="163"/>
                      <a:pt x="177" y="163"/>
                    </a:cubicBezTo>
                    <a:cubicBezTo>
                      <a:pt x="176" y="169"/>
                      <a:pt x="179" y="176"/>
                      <a:pt x="185" y="180"/>
                    </a:cubicBezTo>
                    <a:cubicBezTo>
                      <a:pt x="238" y="214"/>
                      <a:pt x="238" y="214"/>
                      <a:pt x="238" y="214"/>
                    </a:cubicBezTo>
                    <a:cubicBezTo>
                      <a:pt x="242" y="217"/>
                      <a:pt x="248" y="218"/>
                      <a:pt x="253" y="217"/>
                    </a:cubicBezTo>
                    <a:cubicBezTo>
                      <a:pt x="258" y="216"/>
                      <a:pt x="262" y="213"/>
                      <a:pt x="265" y="208"/>
                    </a:cubicBezTo>
                    <a:cubicBezTo>
                      <a:pt x="271" y="199"/>
                      <a:pt x="268" y="187"/>
                      <a:pt x="259" y="181"/>
                    </a:cubicBezTo>
                    <a:close/>
                    <a:moveTo>
                      <a:pt x="117" y="170"/>
                    </a:moveTo>
                    <a:cubicBezTo>
                      <a:pt x="77" y="179"/>
                      <a:pt x="38" y="155"/>
                      <a:pt x="28" y="116"/>
                    </a:cubicBezTo>
                    <a:cubicBezTo>
                      <a:pt x="19" y="76"/>
                      <a:pt x="43" y="37"/>
                      <a:pt x="82" y="27"/>
                    </a:cubicBezTo>
                    <a:cubicBezTo>
                      <a:pt x="121" y="18"/>
                      <a:pt x="161" y="42"/>
                      <a:pt x="170" y="81"/>
                    </a:cubicBezTo>
                    <a:cubicBezTo>
                      <a:pt x="180" y="121"/>
                      <a:pt x="156" y="160"/>
                      <a:pt x="117" y="17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10310" y="3040"/>
              <a:ext cx="5958" cy="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here.</a:t>
              </a:r>
              <a:endParaRPr lang="en-US" altLang="zh-CN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0310" y="4560"/>
              <a:ext cx="5958" cy="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here.</a:t>
              </a:r>
              <a:endParaRPr lang="en-US" altLang="zh-CN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0369" y="6169"/>
              <a:ext cx="5958" cy="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here.</a:t>
              </a:r>
              <a:endParaRPr lang="en-US" altLang="zh-CN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0310" y="7720"/>
              <a:ext cx="5958" cy="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Enter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here.Enter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  <a:sym typeface="+mn-ea"/>
                </a:rPr>
                <a:t> the core content here.</a:t>
              </a:r>
              <a:endParaRPr lang="en-US" altLang="zh-CN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宋体" panose="02020400000000000000" charset="-122"/>
                <a:sym typeface="+mn-ea"/>
              </a:endParaRPr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16751" y="6459"/>
              <a:ext cx="651" cy="570"/>
              <a:chOff x="8415" y="6739"/>
              <a:chExt cx="560" cy="492"/>
            </a:xfrm>
            <a:solidFill>
              <a:schemeClr val="bg1"/>
            </a:solidFill>
          </p:grpSpPr>
          <p:sp>
            <p:nvSpPr>
              <p:cNvPr id="58" name="Freeform14"/>
              <p:cNvSpPr/>
              <p:nvPr/>
            </p:nvSpPr>
            <p:spPr bwMode="auto">
              <a:xfrm>
                <a:off x="8466" y="6761"/>
                <a:ext cx="209" cy="450"/>
              </a:xfrm>
              <a:custGeom>
                <a:avLst/>
                <a:gdLst>
                  <a:gd name="T0" fmla="*/ 52 w 59"/>
                  <a:gd name="T1" fmla="*/ 5 h 126"/>
                  <a:gd name="T2" fmla="*/ 9 w 59"/>
                  <a:gd name="T3" fmla="*/ 38 h 126"/>
                  <a:gd name="T4" fmla="*/ 0 w 59"/>
                  <a:gd name="T5" fmla="*/ 39 h 126"/>
                  <a:gd name="T6" fmla="*/ 0 w 59"/>
                  <a:gd name="T7" fmla="*/ 86 h 126"/>
                  <a:gd name="T8" fmla="*/ 9 w 59"/>
                  <a:gd name="T9" fmla="*/ 88 h 126"/>
                  <a:gd name="T10" fmla="*/ 51 w 59"/>
                  <a:gd name="T11" fmla="*/ 119 h 126"/>
                  <a:gd name="T12" fmla="*/ 59 w 59"/>
                  <a:gd name="T13" fmla="*/ 119 h 126"/>
                  <a:gd name="T14" fmla="*/ 59 w 59"/>
                  <a:gd name="T15" fmla="*/ 5 h 126"/>
                  <a:gd name="T16" fmla="*/ 52 w 59"/>
                  <a:gd name="T17" fmla="*/ 5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126">
                    <a:moveTo>
                      <a:pt x="52" y="5"/>
                    </a:moveTo>
                    <a:cubicBezTo>
                      <a:pt x="9" y="38"/>
                      <a:pt x="9" y="38"/>
                      <a:pt x="9" y="38"/>
                    </a:cubicBezTo>
                    <a:cubicBezTo>
                      <a:pt x="9" y="38"/>
                      <a:pt x="5" y="38"/>
                      <a:pt x="0" y="39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5" y="87"/>
                      <a:pt x="9" y="88"/>
                      <a:pt x="9" y="88"/>
                    </a:cubicBezTo>
                    <a:cubicBezTo>
                      <a:pt x="51" y="119"/>
                      <a:pt x="51" y="119"/>
                      <a:pt x="51" y="119"/>
                    </a:cubicBezTo>
                    <a:cubicBezTo>
                      <a:pt x="51" y="119"/>
                      <a:pt x="59" y="126"/>
                      <a:pt x="59" y="119"/>
                    </a:cubicBezTo>
                    <a:cubicBezTo>
                      <a:pt x="59" y="112"/>
                      <a:pt x="59" y="11"/>
                      <a:pt x="59" y="5"/>
                    </a:cubicBezTo>
                    <a:cubicBezTo>
                      <a:pt x="59" y="0"/>
                      <a:pt x="52" y="5"/>
                      <a:pt x="52" y="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汉仪井柏然体简" panose="02010509060101010101" pitchFamily="49" charset="-122"/>
                  <a:ea typeface="汉仪井柏然体简" panose="02010509060101010101" pitchFamily="49" charset="-122"/>
                  <a:sym typeface="汉仪井柏然体简" panose="02010509060101010101" pitchFamily="49" charset="-122"/>
                </a:endParaRPr>
              </a:p>
            </p:txBody>
          </p:sp>
          <p:sp>
            <p:nvSpPr>
              <p:cNvPr id="59" name="Freeform15"/>
              <p:cNvSpPr/>
              <p:nvPr/>
            </p:nvSpPr>
            <p:spPr bwMode="auto">
              <a:xfrm>
                <a:off x="8415" y="6908"/>
                <a:ext cx="29" cy="158"/>
              </a:xfrm>
              <a:custGeom>
                <a:avLst/>
                <a:gdLst>
                  <a:gd name="T0" fmla="*/ 0 w 8"/>
                  <a:gd name="T1" fmla="*/ 8 h 44"/>
                  <a:gd name="T2" fmla="*/ 0 w 8"/>
                  <a:gd name="T3" fmla="*/ 38 h 44"/>
                  <a:gd name="T4" fmla="*/ 8 w 8"/>
                  <a:gd name="T5" fmla="*/ 44 h 44"/>
                  <a:gd name="T6" fmla="*/ 8 w 8"/>
                  <a:gd name="T7" fmla="*/ 0 h 44"/>
                  <a:gd name="T8" fmla="*/ 0 w 8"/>
                  <a:gd name="T9" fmla="*/ 8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44">
                    <a:moveTo>
                      <a:pt x="0" y="8"/>
                    </a:moveTo>
                    <a:cubicBezTo>
                      <a:pt x="0" y="16"/>
                      <a:pt x="0" y="32"/>
                      <a:pt x="0" y="38"/>
                    </a:cubicBezTo>
                    <a:cubicBezTo>
                      <a:pt x="0" y="40"/>
                      <a:pt x="4" y="42"/>
                      <a:pt x="8" y="44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2"/>
                      <a:pt x="0" y="4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汉仪井柏然体简" panose="02010509060101010101" pitchFamily="49" charset="-122"/>
                  <a:ea typeface="汉仪井柏然体简" panose="02010509060101010101" pitchFamily="49" charset="-122"/>
                  <a:sym typeface="汉仪井柏然体简" panose="02010509060101010101" pitchFamily="49" charset="-122"/>
                </a:endParaRPr>
              </a:p>
            </p:txBody>
          </p:sp>
          <p:sp>
            <p:nvSpPr>
              <p:cNvPr id="60" name="Freeform16"/>
              <p:cNvSpPr/>
              <p:nvPr/>
            </p:nvSpPr>
            <p:spPr bwMode="auto">
              <a:xfrm>
                <a:off x="8726" y="6862"/>
                <a:ext cx="83" cy="246"/>
              </a:xfrm>
              <a:custGeom>
                <a:avLst/>
                <a:gdLst>
                  <a:gd name="T0" fmla="*/ 10 w 23"/>
                  <a:gd name="T1" fmla="*/ 2 h 69"/>
                  <a:gd name="T2" fmla="*/ 2 w 23"/>
                  <a:gd name="T3" fmla="*/ 2 h 69"/>
                  <a:gd name="T4" fmla="*/ 2 w 23"/>
                  <a:gd name="T5" fmla="*/ 10 h 69"/>
                  <a:gd name="T6" fmla="*/ 12 w 23"/>
                  <a:gd name="T7" fmla="*/ 35 h 69"/>
                  <a:gd name="T8" fmla="*/ 2 w 23"/>
                  <a:gd name="T9" fmla="*/ 60 h 69"/>
                  <a:gd name="T10" fmla="*/ 2 w 23"/>
                  <a:gd name="T11" fmla="*/ 67 h 69"/>
                  <a:gd name="T12" fmla="*/ 6 w 23"/>
                  <a:gd name="T13" fmla="*/ 69 h 69"/>
                  <a:gd name="T14" fmla="*/ 10 w 23"/>
                  <a:gd name="T15" fmla="*/ 67 h 69"/>
                  <a:gd name="T16" fmla="*/ 23 w 23"/>
                  <a:gd name="T17" fmla="*/ 35 h 69"/>
                  <a:gd name="T18" fmla="*/ 10 w 23"/>
                  <a:gd name="T19" fmla="*/ 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69">
                    <a:moveTo>
                      <a:pt x="10" y="2"/>
                    </a:moveTo>
                    <a:cubicBezTo>
                      <a:pt x="7" y="0"/>
                      <a:pt x="4" y="0"/>
                      <a:pt x="2" y="2"/>
                    </a:cubicBezTo>
                    <a:cubicBezTo>
                      <a:pt x="0" y="4"/>
                      <a:pt x="0" y="8"/>
                      <a:pt x="2" y="10"/>
                    </a:cubicBezTo>
                    <a:cubicBezTo>
                      <a:pt x="9" y="17"/>
                      <a:pt x="12" y="26"/>
                      <a:pt x="12" y="35"/>
                    </a:cubicBezTo>
                    <a:cubicBezTo>
                      <a:pt x="12" y="44"/>
                      <a:pt x="9" y="53"/>
                      <a:pt x="2" y="60"/>
                    </a:cubicBezTo>
                    <a:cubicBezTo>
                      <a:pt x="0" y="62"/>
                      <a:pt x="0" y="65"/>
                      <a:pt x="2" y="67"/>
                    </a:cubicBezTo>
                    <a:cubicBezTo>
                      <a:pt x="3" y="68"/>
                      <a:pt x="4" y="69"/>
                      <a:pt x="6" y="69"/>
                    </a:cubicBezTo>
                    <a:cubicBezTo>
                      <a:pt x="7" y="69"/>
                      <a:pt x="9" y="68"/>
                      <a:pt x="10" y="67"/>
                    </a:cubicBezTo>
                    <a:cubicBezTo>
                      <a:pt x="19" y="58"/>
                      <a:pt x="23" y="47"/>
                      <a:pt x="23" y="35"/>
                    </a:cubicBezTo>
                    <a:cubicBezTo>
                      <a:pt x="23" y="23"/>
                      <a:pt x="19" y="11"/>
                      <a:pt x="10" y="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汉仪井柏然体简" panose="02010509060101010101" pitchFamily="49" charset="-122"/>
                  <a:ea typeface="汉仪井柏然体简" panose="02010509060101010101" pitchFamily="49" charset="-122"/>
                  <a:sym typeface="汉仪井柏然体简" panose="02010509060101010101" pitchFamily="49" charset="-122"/>
                </a:endParaRPr>
              </a:p>
            </p:txBody>
          </p:sp>
          <p:sp>
            <p:nvSpPr>
              <p:cNvPr id="61" name="Freeform17"/>
              <p:cNvSpPr/>
              <p:nvPr/>
            </p:nvSpPr>
            <p:spPr bwMode="auto">
              <a:xfrm>
                <a:off x="8777" y="6801"/>
                <a:ext cx="110" cy="367"/>
              </a:xfrm>
              <a:custGeom>
                <a:avLst/>
                <a:gdLst>
                  <a:gd name="T0" fmla="*/ 10 w 31"/>
                  <a:gd name="T1" fmla="*/ 2 h 103"/>
                  <a:gd name="T2" fmla="*/ 3 w 31"/>
                  <a:gd name="T3" fmla="*/ 2 h 103"/>
                  <a:gd name="T4" fmla="*/ 3 w 31"/>
                  <a:gd name="T5" fmla="*/ 10 h 103"/>
                  <a:gd name="T6" fmla="*/ 20 w 31"/>
                  <a:gd name="T7" fmla="*/ 52 h 103"/>
                  <a:gd name="T8" fmla="*/ 3 w 31"/>
                  <a:gd name="T9" fmla="*/ 94 h 103"/>
                  <a:gd name="T10" fmla="*/ 3 w 31"/>
                  <a:gd name="T11" fmla="*/ 102 h 103"/>
                  <a:gd name="T12" fmla="*/ 6 w 31"/>
                  <a:gd name="T13" fmla="*/ 103 h 103"/>
                  <a:gd name="T14" fmla="*/ 10 w 31"/>
                  <a:gd name="T15" fmla="*/ 102 h 103"/>
                  <a:gd name="T16" fmla="*/ 31 w 31"/>
                  <a:gd name="T17" fmla="*/ 52 h 103"/>
                  <a:gd name="T18" fmla="*/ 10 w 31"/>
                  <a:gd name="T19" fmla="*/ 2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" h="103">
                    <a:moveTo>
                      <a:pt x="10" y="2"/>
                    </a:moveTo>
                    <a:cubicBezTo>
                      <a:pt x="8" y="0"/>
                      <a:pt x="5" y="0"/>
                      <a:pt x="3" y="2"/>
                    </a:cubicBezTo>
                    <a:cubicBezTo>
                      <a:pt x="0" y="4"/>
                      <a:pt x="0" y="8"/>
                      <a:pt x="3" y="10"/>
                    </a:cubicBezTo>
                    <a:cubicBezTo>
                      <a:pt x="14" y="21"/>
                      <a:pt x="20" y="37"/>
                      <a:pt x="20" y="52"/>
                    </a:cubicBezTo>
                    <a:cubicBezTo>
                      <a:pt x="20" y="67"/>
                      <a:pt x="14" y="82"/>
                      <a:pt x="3" y="94"/>
                    </a:cubicBezTo>
                    <a:cubicBezTo>
                      <a:pt x="0" y="96"/>
                      <a:pt x="0" y="100"/>
                      <a:pt x="3" y="102"/>
                    </a:cubicBezTo>
                    <a:cubicBezTo>
                      <a:pt x="4" y="103"/>
                      <a:pt x="5" y="103"/>
                      <a:pt x="6" y="103"/>
                    </a:cubicBezTo>
                    <a:cubicBezTo>
                      <a:pt x="8" y="103"/>
                      <a:pt x="9" y="103"/>
                      <a:pt x="10" y="102"/>
                    </a:cubicBezTo>
                    <a:cubicBezTo>
                      <a:pt x="24" y="88"/>
                      <a:pt x="31" y="70"/>
                      <a:pt x="31" y="52"/>
                    </a:cubicBezTo>
                    <a:cubicBezTo>
                      <a:pt x="31" y="34"/>
                      <a:pt x="24" y="16"/>
                      <a:pt x="10" y="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汉仪井柏然体简" panose="02010509060101010101" pitchFamily="49" charset="-122"/>
                  <a:ea typeface="汉仪井柏然体简" panose="02010509060101010101" pitchFamily="49" charset="-122"/>
                  <a:sym typeface="汉仪井柏然体简" panose="02010509060101010101" pitchFamily="49" charset="-122"/>
                </a:endParaRPr>
              </a:p>
            </p:txBody>
          </p:sp>
          <p:sp>
            <p:nvSpPr>
              <p:cNvPr id="62" name="Freeform18"/>
              <p:cNvSpPr/>
              <p:nvPr/>
            </p:nvSpPr>
            <p:spPr bwMode="auto">
              <a:xfrm>
                <a:off x="8841" y="6739"/>
                <a:ext cx="134" cy="493"/>
              </a:xfrm>
              <a:custGeom>
                <a:avLst/>
                <a:gdLst>
                  <a:gd name="T0" fmla="*/ 10 w 38"/>
                  <a:gd name="T1" fmla="*/ 2 h 138"/>
                  <a:gd name="T2" fmla="*/ 2 w 38"/>
                  <a:gd name="T3" fmla="*/ 2 h 138"/>
                  <a:gd name="T4" fmla="*/ 2 w 38"/>
                  <a:gd name="T5" fmla="*/ 9 h 138"/>
                  <a:gd name="T6" fmla="*/ 27 w 38"/>
                  <a:gd name="T7" fmla="*/ 69 h 138"/>
                  <a:gd name="T8" fmla="*/ 2 w 38"/>
                  <a:gd name="T9" fmla="*/ 128 h 138"/>
                  <a:gd name="T10" fmla="*/ 2 w 38"/>
                  <a:gd name="T11" fmla="*/ 136 h 138"/>
                  <a:gd name="T12" fmla="*/ 6 w 38"/>
                  <a:gd name="T13" fmla="*/ 138 h 138"/>
                  <a:gd name="T14" fmla="*/ 10 w 38"/>
                  <a:gd name="T15" fmla="*/ 136 h 138"/>
                  <a:gd name="T16" fmla="*/ 38 w 38"/>
                  <a:gd name="T17" fmla="*/ 69 h 138"/>
                  <a:gd name="T18" fmla="*/ 10 w 38"/>
                  <a:gd name="T19" fmla="*/ 2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8" h="138">
                    <a:moveTo>
                      <a:pt x="10" y="2"/>
                    </a:moveTo>
                    <a:cubicBezTo>
                      <a:pt x="8" y="0"/>
                      <a:pt x="5" y="0"/>
                      <a:pt x="2" y="2"/>
                    </a:cubicBezTo>
                    <a:cubicBezTo>
                      <a:pt x="0" y="4"/>
                      <a:pt x="0" y="7"/>
                      <a:pt x="2" y="9"/>
                    </a:cubicBezTo>
                    <a:cubicBezTo>
                      <a:pt x="19" y="26"/>
                      <a:pt x="27" y="47"/>
                      <a:pt x="27" y="69"/>
                    </a:cubicBezTo>
                    <a:cubicBezTo>
                      <a:pt x="27" y="90"/>
                      <a:pt x="19" y="112"/>
                      <a:pt x="2" y="128"/>
                    </a:cubicBezTo>
                    <a:cubicBezTo>
                      <a:pt x="0" y="130"/>
                      <a:pt x="0" y="134"/>
                      <a:pt x="2" y="136"/>
                    </a:cubicBezTo>
                    <a:cubicBezTo>
                      <a:pt x="4" y="137"/>
                      <a:pt x="5" y="138"/>
                      <a:pt x="6" y="138"/>
                    </a:cubicBezTo>
                    <a:cubicBezTo>
                      <a:pt x="8" y="138"/>
                      <a:pt x="9" y="137"/>
                      <a:pt x="10" y="136"/>
                    </a:cubicBezTo>
                    <a:cubicBezTo>
                      <a:pt x="29" y="117"/>
                      <a:pt x="38" y="93"/>
                      <a:pt x="38" y="69"/>
                    </a:cubicBezTo>
                    <a:cubicBezTo>
                      <a:pt x="38" y="45"/>
                      <a:pt x="29" y="20"/>
                      <a:pt x="10" y="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汉仪井柏然体简" panose="02010509060101010101" pitchFamily="49" charset="-122"/>
                  <a:ea typeface="汉仪井柏然体简" panose="02010509060101010101" pitchFamily="49" charset="-122"/>
                  <a:sym typeface="汉仪井柏然体简" panose="02010509060101010101" pitchFamily="49" charset="-122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16610" y="7951"/>
              <a:ext cx="830" cy="617"/>
              <a:chOff x="5846" y="9195"/>
              <a:chExt cx="830" cy="617"/>
            </a:xfrm>
            <a:solidFill>
              <a:schemeClr val="bg1"/>
            </a:solidFill>
          </p:grpSpPr>
          <p:sp>
            <p:nvSpPr>
              <p:cNvPr id="36" name="Freeform 217"/>
              <p:cNvSpPr/>
              <p:nvPr/>
            </p:nvSpPr>
            <p:spPr bwMode="auto">
              <a:xfrm>
                <a:off x="5846" y="9756"/>
                <a:ext cx="831" cy="57"/>
              </a:xfrm>
              <a:custGeom>
                <a:avLst/>
                <a:gdLst>
                  <a:gd name="T0" fmla="*/ 192 w 192"/>
                  <a:gd name="T1" fmla="*/ 0 h 13"/>
                  <a:gd name="T2" fmla="*/ 126 w 192"/>
                  <a:gd name="T3" fmla="*/ 0 h 13"/>
                  <a:gd name="T4" fmla="*/ 123 w 192"/>
                  <a:gd name="T5" fmla="*/ 2 h 13"/>
                  <a:gd name="T6" fmla="*/ 69 w 192"/>
                  <a:gd name="T7" fmla="*/ 2 h 13"/>
                  <a:gd name="T8" fmla="*/ 67 w 192"/>
                  <a:gd name="T9" fmla="*/ 0 h 13"/>
                  <a:gd name="T10" fmla="*/ 0 w 192"/>
                  <a:gd name="T11" fmla="*/ 0 h 13"/>
                  <a:gd name="T12" fmla="*/ 0 w 192"/>
                  <a:gd name="T13" fmla="*/ 1 h 13"/>
                  <a:gd name="T14" fmla="*/ 0 w 192"/>
                  <a:gd name="T15" fmla="*/ 4 h 13"/>
                  <a:gd name="T16" fmla="*/ 9 w 192"/>
                  <a:gd name="T17" fmla="*/ 13 h 13"/>
                  <a:gd name="T18" fmla="*/ 183 w 192"/>
                  <a:gd name="T19" fmla="*/ 13 h 13"/>
                  <a:gd name="T20" fmla="*/ 192 w 192"/>
                  <a:gd name="T21" fmla="*/ 4 h 13"/>
                  <a:gd name="T22" fmla="*/ 192 w 192"/>
                  <a:gd name="T23" fmla="*/ 1 h 13"/>
                  <a:gd name="T24" fmla="*/ 192 w 192"/>
                  <a:gd name="T25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92" h="13">
                    <a:moveTo>
                      <a:pt x="192" y="0"/>
                    </a:moveTo>
                    <a:cubicBezTo>
                      <a:pt x="126" y="0"/>
                      <a:pt x="126" y="0"/>
                      <a:pt x="126" y="0"/>
                    </a:cubicBezTo>
                    <a:cubicBezTo>
                      <a:pt x="126" y="1"/>
                      <a:pt x="124" y="2"/>
                      <a:pt x="123" y="2"/>
                    </a:cubicBezTo>
                    <a:cubicBezTo>
                      <a:pt x="69" y="2"/>
                      <a:pt x="69" y="2"/>
                      <a:pt x="69" y="2"/>
                    </a:cubicBezTo>
                    <a:cubicBezTo>
                      <a:pt x="68" y="2"/>
                      <a:pt x="67" y="1"/>
                      <a:pt x="6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9"/>
                      <a:pt x="4" y="13"/>
                      <a:pt x="9" y="13"/>
                    </a:cubicBezTo>
                    <a:cubicBezTo>
                      <a:pt x="183" y="13"/>
                      <a:pt x="183" y="13"/>
                      <a:pt x="183" y="13"/>
                    </a:cubicBezTo>
                    <a:cubicBezTo>
                      <a:pt x="188" y="13"/>
                      <a:pt x="192" y="9"/>
                      <a:pt x="192" y="4"/>
                    </a:cubicBezTo>
                    <a:cubicBezTo>
                      <a:pt x="192" y="1"/>
                      <a:pt x="192" y="1"/>
                      <a:pt x="192" y="1"/>
                    </a:cubicBezTo>
                    <a:cubicBezTo>
                      <a:pt x="192" y="1"/>
                      <a:pt x="192" y="0"/>
                      <a:pt x="1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37" name="Freeform 218"/>
              <p:cNvSpPr/>
              <p:nvPr/>
            </p:nvSpPr>
            <p:spPr bwMode="auto">
              <a:xfrm>
                <a:off x="6235" y="9299"/>
                <a:ext cx="83" cy="37"/>
              </a:xfrm>
              <a:custGeom>
                <a:avLst/>
                <a:gdLst>
                  <a:gd name="T0" fmla="*/ 0 w 19"/>
                  <a:gd name="T1" fmla="*/ 0 h 9"/>
                  <a:gd name="T2" fmla="*/ 0 w 19"/>
                  <a:gd name="T3" fmla="*/ 0 h 9"/>
                  <a:gd name="T4" fmla="*/ 9 w 19"/>
                  <a:gd name="T5" fmla="*/ 9 h 9"/>
                  <a:gd name="T6" fmla="*/ 9 w 19"/>
                  <a:gd name="T7" fmla="*/ 9 h 9"/>
                  <a:gd name="T8" fmla="*/ 19 w 19"/>
                  <a:gd name="T9" fmla="*/ 0 h 9"/>
                  <a:gd name="T10" fmla="*/ 0 w 19"/>
                  <a:gd name="T11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" h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9" y="0"/>
                      <a:pt x="19" y="0"/>
                      <a:pt x="1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38" name="Freeform 219"/>
              <p:cNvSpPr/>
              <p:nvPr/>
            </p:nvSpPr>
            <p:spPr bwMode="auto">
              <a:xfrm>
                <a:off x="5911" y="9299"/>
                <a:ext cx="700" cy="439"/>
              </a:xfrm>
              <a:custGeom>
                <a:avLst/>
                <a:gdLst>
                  <a:gd name="T0" fmla="*/ 158 w 162"/>
                  <a:gd name="T1" fmla="*/ 0 h 102"/>
                  <a:gd name="T2" fmla="*/ 130 w 162"/>
                  <a:gd name="T3" fmla="*/ 0 h 102"/>
                  <a:gd name="T4" fmla="*/ 124 w 162"/>
                  <a:gd name="T5" fmla="*/ 9 h 102"/>
                  <a:gd name="T6" fmla="*/ 152 w 162"/>
                  <a:gd name="T7" fmla="*/ 9 h 102"/>
                  <a:gd name="T8" fmla="*/ 152 w 162"/>
                  <a:gd name="T9" fmla="*/ 92 h 102"/>
                  <a:gd name="T10" fmla="*/ 10 w 162"/>
                  <a:gd name="T11" fmla="*/ 92 h 102"/>
                  <a:gd name="T12" fmla="*/ 10 w 162"/>
                  <a:gd name="T13" fmla="*/ 9 h 102"/>
                  <a:gd name="T14" fmla="*/ 25 w 162"/>
                  <a:gd name="T15" fmla="*/ 9 h 102"/>
                  <a:gd name="T16" fmla="*/ 21 w 162"/>
                  <a:gd name="T17" fmla="*/ 0 h 102"/>
                  <a:gd name="T18" fmla="*/ 4 w 162"/>
                  <a:gd name="T19" fmla="*/ 0 h 102"/>
                  <a:gd name="T20" fmla="*/ 0 w 162"/>
                  <a:gd name="T21" fmla="*/ 4 h 102"/>
                  <a:gd name="T22" fmla="*/ 0 w 162"/>
                  <a:gd name="T23" fmla="*/ 98 h 102"/>
                  <a:gd name="T24" fmla="*/ 4 w 162"/>
                  <a:gd name="T25" fmla="*/ 102 h 102"/>
                  <a:gd name="T26" fmla="*/ 158 w 162"/>
                  <a:gd name="T27" fmla="*/ 102 h 102"/>
                  <a:gd name="T28" fmla="*/ 162 w 162"/>
                  <a:gd name="T29" fmla="*/ 98 h 102"/>
                  <a:gd name="T30" fmla="*/ 162 w 162"/>
                  <a:gd name="T31" fmla="*/ 4 h 102"/>
                  <a:gd name="T32" fmla="*/ 158 w 162"/>
                  <a:gd name="T33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62" h="102">
                    <a:moveTo>
                      <a:pt x="158" y="0"/>
                    </a:moveTo>
                    <a:cubicBezTo>
                      <a:pt x="130" y="0"/>
                      <a:pt x="130" y="0"/>
                      <a:pt x="130" y="0"/>
                    </a:cubicBezTo>
                    <a:cubicBezTo>
                      <a:pt x="124" y="9"/>
                      <a:pt x="124" y="9"/>
                      <a:pt x="124" y="9"/>
                    </a:cubicBezTo>
                    <a:cubicBezTo>
                      <a:pt x="152" y="9"/>
                      <a:pt x="152" y="9"/>
                      <a:pt x="152" y="9"/>
                    </a:cubicBezTo>
                    <a:cubicBezTo>
                      <a:pt x="152" y="92"/>
                      <a:pt x="152" y="92"/>
                      <a:pt x="152" y="92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3" y="6"/>
                      <a:pt x="22" y="3"/>
                      <a:pt x="21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00"/>
                      <a:pt x="2" y="102"/>
                      <a:pt x="4" y="102"/>
                    </a:cubicBezTo>
                    <a:cubicBezTo>
                      <a:pt x="158" y="102"/>
                      <a:pt x="158" y="102"/>
                      <a:pt x="158" y="102"/>
                    </a:cubicBezTo>
                    <a:cubicBezTo>
                      <a:pt x="160" y="102"/>
                      <a:pt x="162" y="100"/>
                      <a:pt x="162" y="98"/>
                    </a:cubicBezTo>
                    <a:cubicBezTo>
                      <a:pt x="162" y="4"/>
                      <a:pt x="162" y="4"/>
                      <a:pt x="162" y="4"/>
                    </a:cubicBezTo>
                    <a:cubicBezTo>
                      <a:pt x="162" y="2"/>
                      <a:pt x="160" y="0"/>
                      <a:pt x="15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22" name="Freeform 220"/>
              <p:cNvSpPr/>
              <p:nvPr/>
            </p:nvSpPr>
            <p:spPr bwMode="auto">
              <a:xfrm>
                <a:off x="6033" y="9195"/>
                <a:ext cx="461" cy="452"/>
              </a:xfrm>
              <a:custGeom>
                <a:avLst/>
                <a:gdLst>
                  <a:gd name="T0" fmla="*/ 100 w 107"/>
                  <a:gd name="T1" fmla="*/ 72 h 105"/>
                  <a:gd name="T2" fmla="*/ 79 w 107"/>
                  <a:gd name="T3" fmla="*/ 68 h 105"/>
                  <a:gd name="T4" fmla="*/ 62 w 107"/>
                  <a:gd name="T5" fmla="*/ 51 h 105"/>
                  <a:gd name="T6" fmla="*/ 84 w 107"/>
                  <a:gd name="T7" fmla="*/ 30 h 105"/>
                  <a:gd name="T8" fmla="*/ 89 w 107"/>
                  <a:gd name="T9" fmla="*/ 29 h 105"/>
                  <a:gd name="T10" fmla="*/ 100 w 107"/>
                  <a:gd name="T11" fmla="*/ 13 h 105"/>
                  <a:gd name="T12" fmla="*/ 94 w 107"/>
                  <a:gd name="T13" fmla="*/ 7 h 105"/>
                  <a:gd name="T14" fmla="*/ 78 w 107"/>
                  <a:gd name="T15" fmla="*/ 18 h 105"/>
                  <a:gd name="T16" fmla="*/ 77 w 107"/>
                  <a:gd name="T17" fmla="*/ 24 h 105"/>
                  <a:gd name="T18" fmla="*/ 56 w 107"/>
                  <a:gd name="T19" fmla="*/ 45 h 105"/>
                  <a:gd name="T20" fmla="*/ 38 w 107"/>
                  <a:gd name="T21" fmla="*/ 26 h 105"/>
                  <a:gd name="T22" fmla="*/ 34 w 107"/>
                  <a:gd name="T23" fmla="*/ 6 h 105"/>
                  <a:gd name="T24" fmla="*/ 21 w 107"/>
                  <a:gd name="T25" fmla="*/ 0 h 105"/>
                  <a:gd name="T26" fmla="*/ 29 w 107"/>
                  <a:gd name="T27" fmla="*/ 8 h 105"/>
                  <a:gd name="T28" fmla="*/ 26 w 107"/>
                  <a:gd name="T29" fmla="*/ 21 h 105"/>
                  <a:gd name="T30" fmla="*/ 13 w 107"/>
                  <a:gd name="T31" fmla="*/ 25 h 105"/>
                  <a:gd name="T32" fmla="*/ 2 w 107"/>
                  <a:gd name="T33" fmla="*/ 14 h 105"/>
                  <a:gd name="T34" fmla="*/ 7 w 107"/>
                  <a:gd name="T35" fmla="*/ 33 h 105"/>
                  <a:gd name="T36" fmla="*/ 27 w 107"/>
                  <a:gd name="T37" fmla="*/ 37 h 105"/>
                  <a:gd name="T38" fmla="*/ 43 w 107"/>
                  <a:gd name="T39" fmla="*/ 53 h 105"/>
                  <a:gd name="T40" fmla="*/ 9 w 107"/>
                  <a:gd name="T41" fmla="*/ 88 h 105"/>
                  <a:gd name="T42" fmla="*/ 9 w 107"/>
                  <a:gd name="T43" fmla="*/ 98 h 105"/>
                  <a:gd name="T44" fmla="*/ 9 w 107"/>
                  <a:gd name="T45" fmla="*/ 98 h 105"/>
                  <a:gd name="T46" fmla="*/ 19 w 107"/>
                  <a:gd name="T47" fmla="*/ 98 h 105"/>
                  <a:gd name="T48" fmla="*/ 54 w 107"/>
                  <a:gd name="T49" fmla="*/ 64 h 105"/>
                  <a:gd name="T50" fmla="*/ 69 w 107"/>
                  <a:gd name="T51" fmla="*/ 79 h 105"/>
                  <a:gd name="T52" fmla="*/ 73 w 107"/>
                  <a:gd name="T53" fmla="*/ 99 h 105"/>
                  <a:gd name="T54" fmla="*/ 89 w 107"/>
                  <a:gd name="T55" fmla="*/ 105 h 105"/>
                  <a:gd name="T56" fmla="*/ 79 w 107"/>
                  <a:gd name="T57" fmla="*/ 94 h 105"/>
                  <a:gd name="T58" fmla="*/ 81 w 107"/>
                  <a:gd name="T59" fmla="*/ 84 h 105"/>
                  <a:gd name="T60" fmla="*/ 92 w 107"/>
                  <a:gd name="T61" fmla="*/ 81 h 105"/>
                  <a:gd name="T62" fmla="*/ 104 w 107"/>
                  <a:gd name="T63" fmla="*/ 93 h 105"/>
                  <a:gd name="T64" fmla="*/ 100 w 107"/>
                  <a:gd name="T65" fmla="*/ 72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7" h="105">
                    <a:moveTo>
                      <a:pt x="100" y="72"/>
                    </a:moveTo>
                    <a:cubicBezTo>
                      <a:pt x="94" y="67"/>
                      <a:pt x="86" y="65"/>
                      <a:pt x="79" y="68"/>
                    </a:cubicBezTo>
                    <a:cubicBezTo>
                      <a:pt x="62" y="51"/>
                      <a:pt x="62" y="51"/>
                      <a:pt x="62" y="51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9" y="29"/>
                      <a:pt x="89" y="29"/>
                      <a:pt x="89" y="29"/>
                    </a:cubicBezTo>
                    <a:cubicBezTo>
                      <a:pt x="100" y="13"/>
                      <a:pt x="100" y="13"/>
                      <a:pt x="100" y="13"/>
                    </a:cubicBezTo>
                    <a:cubicBezTo>
                      <a:pt x="94" y="7"/>
                      <a:pt x="94" y="7"/>
                      <a:pt x="94" y="7"/>
                    </a:cubicBezTo>
                    <a:cubicBezTo>
                      <a:pt x="78" y="18"/>
                      <a:pt x="78" y="18"/>
                      <a:pt x="78" y="18"/>
                    </a:cubicBezTo>
                    <a:cubicBezTo>
                      <a:pt x="77" y="24"/>
                      <a:pt x="77" y="24"/>
                      <a:pt x="77" y="24"/>
                    </a:cubicBezTo>
                    <a:cubicBezTo>
                      <a:pt x="56" y="45"/>
                      <a:pt x="56" y="45"/>
                      <a:pt x="56" y="4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41" y="20"/>
                      <a:pt x="39" y="11"/>
                      <a:pt x="34" y="6"/>
                    </a:cubicBezTo>
                    <a:cubicBezTo>
                      <a:pt x="30" y="2"/>
                      <a:pt x="26" y="1"/>
                      <a:pt x="21" y="0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6" y="21"/>
                      <a:pt x="26" y="21"/>
                      <a:pt x="26" y="21"/>
                    </a:cubicBezTo>
                    <a:cubicBezTo>
                      <a:pt x="13" y="25"/>
                      <a:pt x="13" y="25"/>
                      <a:pt x="13" y="25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0" y="20"/>
                      <a:pt x="1" y="28"/>
                      <a:pt x="7" y="33"/>
                    </a:cubicBezTo>
                    <a:cubicBezTo>
                      <a:pt x="12" y="38"/>
                      <a:pt x="20" y="40"/>
                      <a:pt x="27" y="37"/>
                    </a:cubicBezTo>
                    <a:cubicBezTo>
                      <a:pt x="43" y="53"/>
                      <a:pt x="43" y="53"/>
                      <a:pt x="43" y="53"/>
                    </a:cubicBezTo>
                    <a:cubicBezTo>
                      <a:pt x="9" y="88"/>
                      <a:pt x="9" y="88"/>
                      <a:pt x="9" y="88"/>
                    </a:cubicBezTo>
                    <a:cubicBezTo>
                      <a:pt x="6" y="91"/>
                      <a:pt x="6" y="95"/>
                      <a:pt x="9" y="98"/>
                    </a:cubicBezTo>
                    <a:cubicBezTo>
                      <a:pt x="9" y="98"/>
                      <a:pt x="9" y="98"/>
                      <a:pt x="9" y="98"/>
                    </a:cubicBezTo>
                    <a:cubicBezTo>
                      <a:pt x="12" y="101"/>
                      <a:pt x="17" y="101"/>
                      <a:pt x="19" y="98"/>
                    </a:cubicBezTo>
                    <a:cubicBezTo>
                      <a:pt x="54" y="64"/>
                      <a:pt x="54" y="64"/>
                      <a:pt x="54" y="64"/>
                    </a:cubicBezTo>
                    <a:cubicBezTo>
                      <a:pt x="69" y="79"/>
                      <a:pt x="69" y="79"/>
                      <a:pt x="69" y="79"/>
                    </a:cubicBezTo>
                    <a:cubicBezTo>
                      <a:pt x="66" y="86"/>
                      <a:pt x="67" y="94"/>
                      <a:pt x="73" y="99"/>
                    </a:cubicBezTo>
                    <a:cubicBezTo>
                      <a:pt x="77" y="104"/>
                      <a:pt x="83" y="105"/>
                      <a:pt x="89" y="105"/>
                    </a:cubicBezTo>
                    <a:cubicBezTo>
                      <a:pt x="79" y="94"/>
                      <a:pt x="79" y="94"/>
                      <a:pt x="79" y="94"/>
                    </a:cubicBezTo>
                    <a:cubicBezTo>
                      <a:pt x="81" y="84"/>
                      <a:pt x="81" y="84"/>
                      <a:pt x="81" y="84"/>
                    </a:cubicBezTo>
                    <a:cubicBezTo>
                      <a:pt x="92" y="81"/>
                      <a:pt x="92" y="81"/>
                      <a:pt x="92" y="81"/>
                    </a:cubicBezTo>
                    <a:cubicBezTo>
                      <a:pt x="104" y="93"/>
                      <a:pt x="104" y="93"/>
                      <a:pt x="104" y="93"/>
                    </a:cubicBezTo>
                    <a:cubicBezTo>
                      <a:pt x="107" y="86"/>
                      <a:pt x="105" y="78"/>
                      <a:pt x="100" y="7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  <p:sp>
          <p:nvSpPr>
            <p:cNvPr id="34" name="Freeform 26"/>
            <p:cNvSpPr/>
            <p:nvPr/>
          </p:nvSpPr>
          <p:spPr bwMode="auto">
            <a:xfrm>
              <a:off x="16648" y="3249"/>
              <a:ext cx="747" cy="598"/>
            </a:xfrm>
            <a:custGeom>
              <a:avLst/>
              <a:gdLst>
                <a:gd name="T0" fmla="*/ 128 w 132"/>
                <a:gd name="T1" fmla="*/ 71 h 110"/>
                <a:gd name="T2" fmla="*/ 108 w 132"/>
                <a:gd name="T3" fmla="*/ 26 h 110"/>
                <a:gd name="T4" fmla="*/ 105 w 132"/>
                <a:gd name="T5" fmla="*/ 23 h 110"/>
                <a:gd name="T6" fmla="*/ 87 w 132"/>
                <a:gd name="T7" fmla="*/ 20 h 110"/>
                <a:gd name="T8" fmla="*/ 86 w 132"/>
                <a:gd name="T9" fmla="*/ 21 h 110"/>
                <a:gd name="T10" fmla="*/ 77 w 132"/>
                <a:gd name="T11" fmla="*/ 18 h 110"/>
                <a:gd name="T12" fmla="*/ 70 w 132"/>
                <a:gd name="T13" fmla="*/ 21 h 110"/>
                <a:gd name="T14" fmla="*/ 67 w 132"/>
                <a:gd name="T15" fmla="*/ 26 h 110"/>
                <a:gd name="T16" fmla="*/ 59 w 132"/>
                <a:gd name="T17" fmla="*/ 24 h 110"/>
                <a:gd name="T18" fmla="*/ 53 w 132"/>
                <a:gd name="T19" fmla="*/ 27 h 110"/>
                <a:gd name="T20" fmla="*/ 50 w 132"/>
                <a:gd name="T21" fmla="*/ 31 h 110"/>
                <a:gd name="T22" fmla="*/ 50 w 132"/>
                <a:gd name="T23" fmla="*/ 37 h 110"/>
                <a:gd name="T24" fmla="*/ 47 w 132"/>
                <a:gd name="T25" fmla="*/ 35 h 110"/>
                <a:gd name="T26" fmla="*/ 27 w 132"/>
                <a:gd name="T27" fmla="*/ 15 h 110"/>
                <a:gd name="T28" fmla="*/ 22 w 132"/>
                <a:gd name="T29" fmla="*/ 36 h 110"/>
                <a:gd name="T30" fmla="*/ 38 w 132"/>
                <a:gd name="T31" fmla="*/ 53 h 110"/>
                <a:gd name="T32" fmla="*/ 61 w 132"/>
                <a:gd name="T33" fmla="*/ 89 h 110"/>
                <a:gd name="T34" fmla="*/ 40 w 132"/>
                <a:gd name="T35" fmla="*/ 87 h 110"/>
                <a:gd name="T36" fmla="*/ 25 w 132"/>
                <a:gd name="T37" fmla="*/ 100 h 110"/>
                <a:gd name="T38" fmla="*/ 89 w 132"/>
                <a:gd name="T39" fmla="*/ 106 h 110"/>
                <a:gd name="T40" fmla="*/ 93 w 132"/>
                <a:gd name="T41" fmla="*/ 110 h 110"/>
                <a:gd name="T42" fmla="*/ 119 w 132"/>
                <a:gd name="T43" fmla="*/ 95 h 110"/>
                <a:gd name="T44" fmla="*/ 132 w 132"/>
                <a:gd name="T45" fmla="*/ 75 h 110"/>
                <a:gd name="T46" fmla="*/ 128 w 132"/>
                <a:gd name="T47" fmla="*/ 7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32" h="110">
                  <a:moveTo>
                    <a:pt x="128" y="71"/>
                  </a:moveTo>
                  <a:cubicBezTo>
                    <a:pt x="119" y="58"/>
                    <a:pt x="128" y="62"/>
                    <a:pt x="108" y="26"/>
                  </a:cubicBezTo>
                  <a:cubicBezTo>
                    <a:pt x="106" y="24"/>
                    <a:pt x="106" y="23"/>
                    <a:pt x="105" y="23"/>
                  </a:cubicBezTo>
                  <a:cubicBezTo>
                    <a:pt x="98" y="16"/>
                    <a:pt x="92" y="15"/>
                    <a:pt x="87" y="20"/>
                  </a:cubicBezTo>
                  <a:cubicBezTo>
                    <a:pt x="87" y="21"/>
                    <a:pt x="87" y="21"/>
                    <a:pt x="86" y="21"/>
                  </a:cubicBezTo>
                  <a:cubicBezTo>
                    <a:pt x="83" y="19"/>
                    <a:pt x="80" y="18"/>
                    <a:pt x="77" y="18"/>
                  </a:cubicBezTo>
                  <a:cubicBezTo>
                    <a:pt x="75" y="18"/>
                    <a:pt x="72" y="19"/>
                    <a:pt x="70" y="21"/>
                  </a:cubicBezTo>
                  <a:cubicBezTo>
                    <a:pt x="69" y="22"/>
                    <a:pt x="68" y="24"/>
                    <a:pt x="67" y="26"/>
                  </a:cubicBezTo>
                  <a:cubicBezTo>
                    <a:pt x="64" y="24"/>
                    <a:pt x="62" y="24"/>
                    <a:pt x="59" y="24"/>
                  </a:cubicBezTo>
                  <a:cubicBezTo>
                    <a:pt x="57" y="24"/>
                    <a:pt x="55" y="25"/>
                    <a:pt x="53" y="27"/>
                  </a:cubicBezTo>
                  <a:cubicBezTo>
                    <a:pt x="52" y="28"/>
                    <a:pt x="51" y="30"/>
                    <a:pt x="50" y="31"/>
                  </a:cubicBezTo>
                  <a:cubicBezTo>
                    <a:pt x="50" y="33"/>
                    <a:pt x="50" y="35"/>
                    <a:pt x="50" y="37"/>
                  </a:cubicBezTo>
                  <a:cubicBezTo>
                    <a:pt x="47" y="35"/>
                    <a:pt x="47" y="35"/>
                    <a:pt x="47" y="35"/>
                  </a:cubicBezTo>
                  <a:cubicBezTo>
                    <a:pt x="47" y="35"/>
                    <a:pt x="41" y="30"/>
                    <a:pt x="27" y="15"/>
                  </a:cubicBezTo>
                  <a:cubicBezTo>
                    <a:pt x="14" y="0"/>
                    <a:pt x="0" y="12"/>
                    <a:pt x="22" y="36"/>
                  </a:cubicBezTo>
                  <a:cubicBezTo>
                    <a:pt x="44" y="59"/>
                    <a:pt x="38" y="53"/>
                    <a:pt x="38" y="53"/>
                  </a:cubicBezTo>
                  <a:cubicBezTo>
                    <a:pt x="38" y="53"/>
                    <a:pt x="66" y="83"/>
                    <a:pt x="61" y="89"/>
                  </a:cubicBezTo>
                  <a:cubicBezTo>
                    <a:pt x="59" y="93"/>
                    <a:pt x="50" y="88"/>
                    <a:pt x="40" y="87"/>
                  </a:cubicBezTo>
                  <a:cubicBezTo>
                    <a:pt x="29" y="86"/>
                    <a:pt x="17" y="92"/>
                    <a:pt x="25" y="100"/>
                  </a:cubicBezTo>
                  <a:cubicBezTo>
                    <a:pt x="34" y="107"/>
                    <a:pt x="83" y="105"/>
                    <a:pt x="89" y="106"/>
                  </a:cubicBezTo>
                  <a:cubicBezTo>
                    <a:pt x="93" y="110"/>
                    <a:pt x="93" y="110"/>
                    <a:pt x="93" y="110"/>
                  </a:cubicBezTo>
                  <a:cubicBezTo>
                    <a:pt x="102" y="107"/>
                    <a:pt x="112" y="102"/>
                    <a:pt x="119" y="95"/>
                  </a:cubicBezTo>
                  <a:cubicBezTo>
                    <a:pt x="124" y="90"/>
                    <a:pt x="129" y="83"/>
                    <a:pt x="132" y="75"/>
                  </a:cubicBezTo>
                  <a:cubicBezTo>
                    <a:pt x="132" y="75"/>
                    <a:pt x="130" y="74"/>
                    <a:pt x="128" y="7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-359" y="0"/>
              <a:ext cx="2564" cy="2222"/>
              <a:chOff x="-249" y="-12"/>
              <a:chExt cx="1780" cy="1542"/>
            </a:xfrm>
          </p:grpSpPr>
          <p:sp>
            <p:nvSpPr>
              <p:cNvPr id="5" name="直角三角形 4"/>
              <p:cNvSpPr/>
              <p:nvPr/>
            </p:nvSpPr>
            <p:spPr>
              <a:xfrm flipV="1">
                <a:off x="0" y="-12"/>
                <a:ext cx="1241" cy="1023"/>
              </a:xfrm>
              <a:prstGeom prst="rtTriangle">
                <a:avLst/>
              </a:prstGeom>
              <a:solidFill>
                <a:srgbClr val="1C4F9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直角三角形 17"/>
              <p:cNvSpPr/>
              <p:nvPr/>
            </p:nvSpPr>
            <p:spPr>
              <a:xfrm flipV="1">
                <a:off x="-249" y="148"/>
                <a:ext cx="1780" cy="1383"/>
              </a:xfrm>
              <a:prstGeom prst="rtTriangle">
                <a:avLst/>
              </a:prstGeom>
              <a:noFill/>
              <a:ln>
                <a:solidFill>
                  <a:srgbClr val="DCDCD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1C4F9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" name="文本框 18"/>
            <p:cNvSpPr txBox="1"/>
            <p:nvPr/>
          </p:nvSpPr>
          <p:spPr>
            <a:xfrm>
              <a:off x="1579" y="458"/>
              <a:ext cx="7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编辑标题文本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689" y="1344"/>
              <a:ext cx="43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264D88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EDIT THE TITLE TEXT HERE</a:t>
              </a:r>
            </a:p>
          </p:txBody>
        </p:sp>
      </p:grpSp>
    </p:spTree>
    <p:custDataLst>
      <p:tags r:id="rId1"/>
    </p:custData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-8255"/>
            <a:ext cx="12263120" cy="6936105"/>
            <a:chOff x="0" y="-13"/>
            <a:chExt cx="19312" cy="10923"/>
          </a:xfrm>
        </p:grpSpPr>
        <p:sp>
          <p:nvSpPr>
            <p:cNvPr id="2050" name="等腰三角形 6"/>
            <p:cNvSpPr>
              <a:spLocks noChangeArrowheads="1"/>
            </p:cNvSpPr>
            <p:nvPr/>
          </p:nvSpPr>
          <p:spPr bwMode="auto">
            <a:xfrm rot="16200000">
              <a:off x="11492" y="2837"/>
              <a:ext cx="10314" cy="5077"/>
            </a:xfrm>
            <a:prstGeom prst="triangle">
              <a:avLst>
                <a:gd name="adj" fmla="val 50000"/>
              </a:avLst>
            </a:prstGeom>
            <a:solidFill>
              <a:srgbClr val="1C4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053" name="直接连接符 15"/>
            <p:cNvSpPr>
              <a:spLocks noChangeAspect="1" noChangeShapeType="1"/>
            </p:cNvSpPr>
            <p:nvPr/>
          </p:nvSpPr>
          <p:spPr bwMode="auto">
            <a:xfrm flipH="1">
              <a:off x="14531" y="535"/>
              <a:ext cx="4767" cy="4844"/>
            </a:xfrm>
            <a:prstGeom prst="line">
              <a:avLst/>
            </a:prstGeom>
            <a:noFill/>
            <a:ln w="6350">
              <a:solidFill>
                <a:srgbClr val="F2F2F2">
                  <a:alpha val="69019"/>
                </a:srgbClr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" name="直接连接符 16"/>
            <p:cNvSpPr>
              <a:spLocks noChangeAspect="1" noChangeShapeType="1"/>
            </p:cNvSpPr>
            <p:nvPr/>
          </p:nvSpPr>
          <p:spPr bwMode="auto">
            <a:xfrm>
              <a:off x="14545" y="5382"/>
              <a:ext cx="4767" cy="4844"/>
            </a:xfrm>
            <a:prstGeom prst="line">
              <a:avLst/>
            </a:prstGeom>
            <a:noFill/>
            <a:ln w="6350">
              <a:solidFill>
                <a:srgbClr val="F2F2F2">
                  <a:alpha val="69019"/>
                </a:srgbClr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直接连接符 22"/>
            <p:cNvSpPr>
              <a:spLocks noChangeAspect="1" noChangeShapeType="1"/>
            </p:cNvSpPr>
            <p:nvPr/>
          </p:nvSpPr>
          <p:spPr bwMode="auto">
            <a:xfrm rot="16200000" flipH="1">
              <a:off x="8327" y="-54"/>
              <a:ext cx="5385" cy="5468"/>
            </a:xfrm>
            <a:prstGeom prst="line">
              <a:avLst/>
            </a:prstGeom>
            <a:noFill/>
            <a:ln w="6350">
              <a:solidFill>
                <a:schemeClr val="bg2">
                  <a:lumMod val="85000"/>
                </a:schemeClr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直接连接符 23"/>
            <p:cNvSpPr>
              <a:spLocks noChangeAspect="1" noChangeShapeType="1"/>
            </p:cNvSpPr>
            <p:nvPr/>
          </p:nvSpPr>
          <p:spPr bwMode="auto">
            <a:xfrm rot="16200000" flipH="1">
              <a:off x="8038" y="-53"/>
              <a:ext cx="5383" cy="5470"/>
            </a:xfrm>
            <a:prstGeom prst="line">
              <a:avLst/>
            </a:prstGeom>
            <a:noFill/>
            <a:ln w="6350">
              <a:solidFill>
                <a:srgbClr val="1C4F90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" name="直接连接符 24"/>
            <p:cNvSpPr>
              <a:spLocks noChangeAspect="1" noChangeShapeType="1"/>
            </p:cNvSpPr>
            <p:nvPr/>
          </p:nvSpPr>
          <p:spPr bwMode="auto">
            <a:xfrm rot="5400000">
              <a:off x="8166" y="5328"/>
              <a:ext cx="5539" cy="5625"/>
            </a:xfrm>
            <a:prstGeom prst="line">
              <a:avLst/>
            </a:prstGeom>
            <a:noFill/>
            <a:ln w="6350">
              <a:solidFill>
                <a:schemeClr val="bg2">
                  <a:lumMod val="85000"/>
                </a:schemeClr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" name="直接连接符 25"/>
            <p:cNvSpPr>
              <a:spLocks noChangeAspect="1" noChangeShapeType="1"/>
            </p:cNvSpPr>
            <p:nvPr/>
          </p:nvSpPr>
          <p:spPr bwMode="auto">
            <a:xfrm rot="5400000">
              <a:off x="7933" y="5328"/>
              <a:ext cx="5500" cy="5588"/>
            </a:xfrm>
            <a:prstGeom prst="line">
              <a:avLst/>
            </a:prstGeom>
            <a:noFill/>
            <a:ln w="6350">
              <a:solidFill>
                <a:srgbClr val="1C4F90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4" name="图片 3" descr="千库网_大学校园教室_摄影图编号49875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876" y="5557"/>
              <a:ext cx="10306" cy="5243"/>
            </a:xfrm>
            <a:prstGeom prst="triangle">
              <a:avLst>
                <a:gd name="adj" fmla="val 50005"/>
              </a:avLst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flipV="1">
              <a:off x="8675" y="0"/>
              <a:ext cx="10531" cy="5370"/>
            </a:xfrm>
            <a:prstGeom prst="triangle">
              <a:avLst>
                <a:gd name="adj" fmla="val 50356"/>
              </a:avLst>
            </a:prstGeom>
          </p:spPr>
        </p:pic>
        <p:grpSp>
          <p:nvGrpSpPr>
            <p:cNvPr id="11" name="组合 10"/>
            <p:cNvGrpSpPr/>
            <p:nvPr/>
          </p:nvGrpSpPr>
          <p:grpSpPr>
            <a:xfrm>
              <a:off x="1242" y="878"/>
              <a:ext cx="823" cy="823"/>
              <a:chOff x="1302" y="998"/>
              <a:chExt cx="1982" cy="1982"/>
            </a:xfrm>
          </p:grpSpPr>
          <p:sp>
            <p:nvSpPr>
              <p:cNvPr id="9" name="Oval 2287"/>
              <p:cNvSpPr/>
              <p:nvPr/>
            </p:nvSpPr>
            <p:spPr>
              <a:xfrm>
                <a:off x="1302" y="998"/>
                <a:ext cx="1982" cy="1982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15875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 scaled="1"/>
                </a:gradFill>
              </a:ln>
              <a:effectLst>
                <a:outerShdw blurRad="63500" dist="25400" dir="2700000" algn="tl" rotWithShape="0">
                  <a:schemeClr val="tx1">
                    <a:lumMod val="50000"/>
                    <a:lumOff val="50000"/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思源宋体" panose="02020400000000000000" charset="-122"/>
                </a:endParaRPr>
              </a:p>
            </p:txBody>
          </p:sp>
          <p:sp>
            <p:nvSpPr>
              <p:cNvPr id="25" name="Oval 2287"/>
              <p:cNvSpPr/>
              <p:nvPr/>
            </p:nvSpPr>
            <p:spPr>
              <a:xfrm>
                <a:off x="1435" y="1130"/>
                <a:ext cx="1717" cy="1717"/>
              </a:xfrm>
              <a:prstGeom prst="ellipse">
                <a:avLst/>
              </a:prstGeom>
              <a:solidFill>
                <a:srgbClr val="1C4F90"/>
              </a:solidFill>
              <a:ln w="15875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 scaled="1"/>
                </a:gradFill>
              </a:ln>
              <a:effectLst>
                <a:outerShdw blurRad="63500" dist="25400" dir="2700000" algn="tl" rotWithShape="0">
                  <a:schemeClr val="tx1">
                    <a:lumMod val="50000"/>
                    <a:lumOff val="50000"/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思源宋体" panose="02020400000000000000" charset="-122"/>
                </a:endParaRPr>
              </a:p>
            </p:txBody>
          </p:sp>
          <p:pic>
            <p:nvPicPr>
              <p:cNvPr id="10" name="图片 9" descr="343435383036383b343533323532303bb1cfd2b5d4bad0a3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729" y="1449"/>
                <a:ext cx="1050" cy="1050"/>
              </a:xfrm>
              <a:prstGeom prst="rect">
                <a:avLst/>
              </a:prstGeom>
            </p:spPr>
          </p:pic>
        </p:grpSp>
        <p:grpSp>
          <p:nvGrpSpPr>
            <p:cNvPr id="13" name="组合 12"/>
            <p:cNvGrpSpPr/>
            <p:nvPr/>
          </p:nvGrpSpPr>
          <p:grpSpPr>
            <a:xfrm>
              <a:off x="1002" y="3334"/>
              <a:ext cx="10069" cy="4134"/>
              <a:chOff x="982" y="3395"/>
              <a:chExt cx="10069" cy="4134"/>
            </a:xfrm>
          </p:grpSpPr>
          <p:sp>
            <p:nvSpPr>
              <p:cNvPr id="7" name="文本框 6"/>
              <p:cNvSpPr txBox="1"/>
              <p:nvPr/>
            </p:nvSpPr>
            <p:spPr>
              <a:xfrm>
                <a:off x="982" y="3395"/>
                <a:ext cx="9888" cy="20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8000" b="1" dirty="0">
                    <a:solidFill>
                      <a:srgbClr val="1C4F9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谢谢您的观赏</a:t>
                </a:r>
              </a:p>
            </p:txBody>
          </p:sp>
          <p:sp>
            <p:nvSpPr>
              <p:cNvPr id="28" name="文本框 27"/>
              <p:cNvSpPr txBox="1"/>
              <p:nvPr userDrawn="1"/>
            </p:nvSpPr>
            <p:spPr>
              <a:xfrm>
                <a:off x="1162" y="5477"/>
                <a:ext cx="9889" cy="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Enter the core content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here.Enter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core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text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here.Enter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core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content.Enter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content.Enter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text.Enter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</a:t>
                </a:r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content.Enter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  <a:sym typeface="+mn-ea"/>
                  </a:rPr>
                  <a:t> the content.</a:t>
                </a:r>
              </a:p>
            </p:txBody>
          </p:sp>
          <p:sp>
            <p:nvSpPr>
              <p:cNvPr id="29" name="文本框 28"/>
              <p:cNvSpPr txBox="1"/>
              <p:nvPr userDrawn="1"/>
            </p:nvSpPr>
            <p:spPr>
              <a:xfrm>
                <a:off x="1320" y="6993"/>
                <a:ext cx="2860" cy="536"/>
              </a:xfrm>
              <a:prstGeom prst="roundRect">
                <a:avLst/>
              </a:prstGeom>
              <a:solidFill>
                <a:srgbClr val="1C4F90"/>
              </a:solidFill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4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答辩人：第一</a:t>
                </a:r>
                <a:r>
                  <a:rPr lang="en-US" altLang="zh-CN" sz="14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PPT</a:t>
                </a:r>
                <a:endParaRPr lang="zh-CN" altLang="en-US" sz="1400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endParaRPr>
              </a:p>
            </p:txBody>
          </p:sp>
          <p:sp>
            <p:nvSpPr>
              <p:cNvPr id="30" name="文本框 29"/>
              <p:cNvSpPr txBox="1"/>
              <p:nvPr userDrawn="1"/>
            </p:nvSpPr>
            <p:spPr>
              <a:xfrm>
                <a:off x="5000" y="6993"/>
                <a:ext cx="2498" cy="535"/>
              </a:xfrm>
              <a:prstGeom prst="roundRect">
                <a:avLst/>
              </a:prstGeom>
              <a:solidFill>
                <a:srgbClr val="1C4F90"/>
              </a:solidFill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4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院校：第一</a:t>
                </a:r>
                <a:r>
                  <a:rPr lang="en-US" altLang="zh-CN" sz="1400" b="1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宋体" panose="02020400000000000000" charset="-122"/>
                  </a:rPr>
                  <a:t>PPT</a:t>
                </a:r>
                <a:endParaRPr lang="zh-CN" altLang="en-US" sz="1400" b="1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宋体" panose="02020400000000000000" charset="-122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211" y="1048"/>
              <a:ext cx="286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>
                  <a:solidFill>
                    <a:srgbClr val="1C4F9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教育学院</a:t>
              </a:r>
            </a:p>
          </p:txBody>
        </p:sp>
        <p:sp>
          <p:nvSpPr>
            <p:cNvPr id="14" name="直角三角形 13"/>
            <p:cNvSpPr/>
            <p:nvPr/>
          </p:nvSpPr>
          <p:spPr>
            <a:xfrm>
              <a:off x="0" y="9777"/>
              <a:ext cx="1241" cy="1023"/>
            </a:xfrm>
            <a:prstGeom prst="rtTriangle">
              <a:avLst/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直角三角形 14"/>
            <p:cNvSpPr/>
            <p:nvPr/>
          </p:nvSpPr>
          <p:spPr>
            <a:xfrm flipV="1">
              <a:off x="0" y="-12"/>
              <a:ext cx="1241" cy="1023"/>
            </a:xfrm>
            <a:prstGeom prst="rtTriangle">
              <a:avLst/>
            </a:prstGeom>
            <a:solidFill>
              <a:srgbClr val="1C4F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7993" y="1620"/>
              <a:ext cx="1163" cy="751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schemeClr val="bg2">
                      <a:lumMod val="85000"/>
                      <a:alpha val="12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REPLY TO REPORT</a:t>
              </a:r>
            </a:p>
          </p:txBody>
        </p:sp>
      </p:grpSp>
    </p:spTree>
    <p:custDataLst>
      <p:tags r:id="rId1"/>
    </p:custDataLst>
  </p:cSld>
  <p:clrMapOvr>
    <a:masterClrMapping/>
  </p:clrMapOvr>
  <p:transition advTm="2000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563048" y="3933056"/>
            <a:ext cx="7263527" cy="8771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kern="0" dirty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素材授权</a:t>
            </a:r>
            <a:r>
              <a:rPr lang="en-US" altLang="zh-CN" sz="2400" kern="0" dirty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/</a:t>
            </a:r>
            <a:r>
              <a:rPr lang="zh-CN" altLang="en-US" sz="2400" kern="0" dirty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素材来源</a:t>
            </a:r>
            <a:r>
              <a:rPr lang="en-US" altLang="zh-CN" sz="2400" kern="0" dirty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@</a:t>
            </a:r>
            <a:r>
              <a:rPr lang="zh-CN" altLang="en-US" sz="2400" kern="0" dirty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包图网</a:t>
            </a:r>
            <a:endParaRPr lang="en-US" altLang="zh-CN" sz="2400" kern="0" dirty="0">
              <a:solidFill>
                <a:srgbClr val="FFC000"/>
              </a:solidFill>
              <a:latin typeface="汉仪中圆简" panose="02010609000101010101" pitchFamily="49" charset="-122"/>
              <a:ea typeface="汉仪中圆简" panose="02010609000101010101" pitchFamily="49" charset="-122"/>
            </a:endParaRPr>
          </a:p>
          <a:p>
            <a:pPr marL="34290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kern="0" dirty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本素材仅供学习研究使用。禁止商用、传播、转载。</a:t>
            </a:r>
            <a:endParaRPr lang="en-US" altLang="zh-CN" sz="2400" kern="0" dirty="0">
              <a:solidFill>
                <a:srgbClr val="FFC000"/>
              </a:solidFill>
              <a:latin typeface="汉仪中圆简" panose="02010609000101010101" pitchFamily="49" charset="-122"/>
              <a:ea typeface="汉仪中圆简" panose="02010609000101010101" pitchFamily="49" charset="-122"/>
            </a:endParaRPr>
          </a:p>
        </p:txBody>
      </p:sp>
      <p:pic>
        <p:nvPicPr>
          <p:cNvPr id="1026" name="Picture 2" descr="https://js.ibaotu.com/revision/img/logo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065281" y="1844823"/>
            <a:ext cx="2259061" cy="87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4594053" y="2802290"/>
            <a:ext cx="3201517" cy="4072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https://ibaotu.com/ppt/</a:t>
            </a:r>
            <a:r>
              <a:rPr lang="en-US" altLang="zh-CN" sz="2000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57160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071664" y="4437112"/>
            <a:ext cx="6768752" cy="216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素材：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www.1ppt.com/sucai/</a:t>
            </a:r>
            <a:endParaRPr lang="en-US" altLang="zh-CN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图表：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教程：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Excel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个人简历：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课件：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手抄报：   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试题下载：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1524000" y="2998276"/>
            <a:ext cx="9144000" cy="136682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kern="0" dirty="0">
              <a:solidFill>
                <a:srgbClr val="005397"/>
              </a:solidFill>
              <a:latin typeface="Arial"/>
              <a:ea typeface="微软雅黑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1920306" y="3097346"/>
            <a:ext cx="4103687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可以在下列情况使用</a:t>
            </a:r>
            <a:endParaRPr lang="zh-CN" altLang="en-US" sz="1200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个人学习、研究。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096000" y="3097346"/>
            <a:ext cx="4103688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不可以在以下情况使用</a:t>
            </a:r>
            <a:endParaRPr lang="zh-CN" altLang="en-US" sz="1050" b="1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任何形式的在线付费下载。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网络转</a:t>
            </a:r>
            <a:r>
              <a:rPr lang="zh-CN" altLang="en-US" sz="1200" ker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载、线上线下传</a:t>
            </a: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播。</a:t>
            </a:r>
            <a:endParaRPr lang="zh-CN" altLang="en-GB" sz="1200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84526" y="356246"/>
            <a:ext cx="5919787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9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6EBBEC50-721B-9297-DE8C-65115C350AC0}"/>
                  </a:ext>
                </a:extLst>
              </p14:cNvPr>
              <p14:cNvContentPartPr/>
              <p14:nvPr/>
            </p14:nvContentPartPr>
            <p14:xfrm>
              <a:off x="-1269037" y="737060"/>
              <a:ext cx="360" cy="3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6EBBEC50-721B-9297-DE8C-65115C350AC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-1287037" y="629060"/>
                <a:ext cx="36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14106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第一PPT，www.1ppt.com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2269</Words>
  <Application>Microsoft Office PowerPoint</Application>
  <PresentationFormat>宽屏</PresentationFormat>
  <Paragraphs>323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6" baseType="lpstr">
      <vt:lpstr>Source Han Sans K Medium</vt:lpstr>
      <vt:lpstr>等线</vt:lpstr>
      <vt:lpstr>汉仪井柏然体简</vt:lpstr>
      <vt:lpstr>汉仪中圆简</vt:lpstr>
      <vt:lpstr>思源宋体</vt:lpstr>
      <vt:lpstr>思源宋体 CN Heavy</vt:lpstr>
      <vt:lpstr>宋体</vt:lpstr>
      <vt:lpstr>微软雅黑</vt:lpstr>
      <vt:lpstr>字魂95号-手刻宋</vt:lpstr>
      <vt:lpstr>Arial</vt:lpstr>
      <vt:lpstr>Century Gothic</vt:lpstr>
      <vt:lpstr>Wingdings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毕业论文答辩</dc:title>
  <dc:creator>第一PPT，www.1ppt.com</dc:creator>
  <cp:keywords>www.1ppt.com</cp:keywords>
  <dc:description>第一PPT</dc:description>
  <cp:lastModifiedBy>PC</cp:lastModifiedBy>
  <cp:revision>206</cp:revision>
  <dcterms:created xsi:type="dcterms:W3CDTF">2019-06-19T02:08:00Z</dcterms:created>
  <dcterms:modified xsi:type="dcterms:W3CDTF">2026-06-01T06:25:32Z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2052-11.1.0.10356</vt:lpwstr>
  </property>
  <property fmtid="{D5CDD505-2E9C-101B-9397-08002B2CF9AE}" pid="3" name="ICV">
    <vt:lpwstr>C243B4C3D7724440B15AAB12437EF466</vt:lpwstr>
  </property>
</Properties>
</file>