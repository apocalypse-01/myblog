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62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0" y="1645920"/>
            <a:ext cx="822960" cy="508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A3F47"/>
                </a:solidFill>
              </a:defRPr>
            </a:pPr>
            <a:r>
              <a:t>基于SpringBoot的智能笔记系统的设计与实现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Design and Implementation of an Intelligent Note-Taking System Based on SpringBoot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答辩人：×××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指导教师：×××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所属院系：×××学院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t>答辩日期：2026年××月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579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选题背景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901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研究背景 · 国内外现状 · 现存问题 · 研究目标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2331720"/>
            <a:ext cx="77724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606039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314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系统设计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5351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总体架构 · 模块划分 · 技术选型 · 数据库设计 · 安全方案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3383279"/>
            <a:ext cx="77724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683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功能实现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0050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浏览搜索 · 阅读互动 · 智能创作 · AI辅助 · 知识图谱 · 仪表盘 · 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4434840"/>
            <a:ext cx="77724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4709159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7345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总  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05663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研究成果 · 创新点 · 不足与展望 · 致谢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3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dirty="0" err="1"/>
              <a:t>研究背景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dirty="0" err="1"/>
              <a:t>时代趋势</a:t>
            </a:r>
            <a:endParaRPr dirty="0"/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dirty="0"/>
              <a:t>• </a:t>
            </a:r>
            <a:r>
              <a:rPr dirty="0" err="1"/>
              <a:t>短视频与自媒体广泛流行，用户生成内容爆发式增长，知识的生产和传播方式发生根本性变化</a:t>
            </a:r>
            <a:r>
              <a:rPr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核心矛盾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知识以碎片化形式散落在不同平台和不同时间节点之中——视频笔记、博客收藏、聊天记录、零散草稿各自孤立，难以形成体系。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需求增长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随着积累的知识内容日益庞大，对碎片化知识进行系统性整理与结构化管理的需求持续递增，个人知识管理正在成为刚性需求。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技术条件成熟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Vue3/SpringBoot等框架高度成熟，大语言模型API逐步开放，ECharts等工具日益完善，为智能化知识管理平台提供了充足的技术支撑。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dirty="0" err="1"/>
              <a:t>国内外研究现状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代表产品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核心特点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主要不足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服务型平台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Notion、语雀、飞书文档、有道云笔记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功能丰富、协作便捷、多端同步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数据存于第三方，存在隐私风险；平台政策变动或停运将导致数据不可控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开源框架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Halo、Typecho、WordPress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可自行部署、数据掌握在自己手中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以博客发布为主，缺少笔记管理闭环；缺乏AI辅助写作功能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本地笔记工具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Obsidian、思源笔记、Joplin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本地优先、Markdown原生支持、插件生态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dirty="0" err="1"/>
                        <a:t>侧重单篇编辑体验，知识结构化分析能力不足；缺少数据分析与可视化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小结：现有方案在数据自主可控、AI辅助写作和知识结构化分析与可视化三个方向仍存在明显不足，本系统针对这三个缺口进行设计。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5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现存问题分析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1371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⚠️ 问题一：知识碎片化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内容散落在视频平台、博客、聊天记录、本地草稿等多个载体中，格式不统一、版本混乱、检索困难。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5303520" cy="1371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⚠️ 问题二：数据不可控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主流笔记平台将数据存储在云端服务器，用户无法完全掌控。平台政策调整、服务停运或数据泄露等风险始终存在。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5303520" cy="1371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⚠️ 问题三：缺乏智能辅助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现有多数工具仅提供基础编辑与存储能力，缺少AI辅助写作功能和基于数据洞察的写作分析。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212080" cy="4114800"/>
          </a:xfrm>
          <a:prstGeom prst="roundRect">
            <a:avLst/>
          </a:prstGeom>
          <a:solidFill>
            <a:srgbClr val="F0F7F0"/>
          </a:solidFill>
          <a:ln w="12700">
            <a:solidFill>
              <a:srgbClr val="B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🎯 本系统的应对策略</a:t>
            </a:r>
          </a:p>
          <a:p>
            <a:pPr>
              <a:spcAft>
                <a:spcPts val="800"/>
              </a:spcAft>
              <a:defRPr sz="1150">
                <a:solidFill>
                  <a:srgbClr val="555555"/>
                </a:solidFill>
              </a:defRPr>
            </a:pPr>
            <a:r>
              <a:t>• 针对碎片化：统一平台集中管理，通过分类标签、全文搜索和分页浏览实现高效检索</a:t>
            </a:r>
          </a:p>
          <a:p>
            <a:pPr>
              <a:spcAft>
                <a:spcPts val="800"/>
              </a:spcAft>
              <a:defRPr sz="1150">
                <a:solidFill>
                  <a:srgbClr val="555555"/>
                </a:solidFill>
              </a:defRPr>
            </a:pPr>
            <a:r>
              <a:t>• 针对数据不可控：全部数据存储于用户自有数据库，采用JWT无状态认证和BCrypt加密保障安全</a:t>
            </a:r>
          </a:p>
          <a:p>
            <a:pPr>
              <a:spcAft>
                <a:spcPts val="800"/>
              </a:spcAft>
              <a:defRPr sz="1150">
                <a:solidFill>
                  <a:srgbClr val="555555"/>
                </a:solidFill>
              </a:defRPr>
            </a:pPr>
            <a:r>
              <a:t>• 针对缺乏智能化：集成大语言模型API提供AI辅助能力；通过知识图谱与写作仪表盘将数据结构化呈现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6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研究目标与意义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t>🎯 研究目标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9075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t>覆盖内容创作 → 分类管理 → 阅读互动 → 数据分析的完整闭环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3172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3190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t>集成大语言模型，提供 AI 辅助写作能力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4320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7305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t>通过知识图谱将碎片化文章转化为可视化知识网络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5468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1419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t>通过写作仪表盘实现多维度写作数据统计与分析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t>💡 研究意义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20240"/>
            <a:ext cx="5029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理论意义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验证了Vue3+SpringBoot+MyBatis技术组合在个人知识管理场景中的可行性与工程化实施路径。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5029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实践意义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为个人创作者提供安全、高效、智能的内容管理平台，解决数据自主可控与知识结构化的痛点。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5029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社会意义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推动个人知识管理工具的智能化发展，促进知识系统化整理与分享，助力终身学习与知识积累。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7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系统总体架构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120640" cy="8229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A3F47"/>
                </a:solidFill>
              </a:defRPr>
            </a:pPr>
            <a:r>
              <a:t>前端展示层</a:t>
            </a:r>
          </a:p>
          <a:p>
            <a:pPr algn="ctr">
              <a:defRPr sz="1050">
                <a:solidFill>
                  <a:srgbClr val="666666"/>
                </a:solidFill>
              </a:defRPr>
            </a:pPr>
            <a:r>
              <a:t>Vue 3 + Element Plus  |  Axios · ECharts · wangEditor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t>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5120640" cy="822960"/>
          </a:xfrm>
          <a:prstGeom prst="roundRect">
            <a:avLst/>
          </a:prstGeom>
          <a:solidFill>
            <a:srgbClr val="3A3F47"/>
          </a:solidFill>
          <a:ln w="19050">
            <a:solidFill>
              <a:srgbClr val="3A3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后端业务层</a:t>
            </a:r>
          </a:p>
          <a:p>
            <a:pPr algn="ctr">
              <a:defRPr sz="1050">
                <a:solidFill>
                  <a:srgbClr val="EEEEFF"/>
                </a:solidFill>
              </a:defRPr>
            </a:pPr>
            <a:r>
              <a:t>Spring Boot 3 + MyBatis  |  JWT · BCrypt · 大模型API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t>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5120640" cy="822960"/>
          </a:xfrm>
          <a:prstGeom prst="roundRect">
            <a:avLst/>
          </a:prstGeom>
          <a:solidFill>
            <a:srgbClr val="FEF9F3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A3F47"/>
                </a:solidFill>
              </a:defRPr>
            </a:pPr>
            <a:r>
              <a:t>数据存储层</a:t>
            </a:r>
          </a:p>
          <a:p>
            <a:pPr algn="ctr">
              <a:defRPr sz="1050">
                <a:solidFill>
                  <a:srgbClr val="666666"/>
                </a:solidFill>
              </a:defRPr>
            </a:pPr>
            <a:r>
              <a:t>MySQL 关系型数据库  |  用户表 · 文章表 · 评论表 · 点赞表 · 收藏表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分层解耦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展示层、业务层、持久层各司其职，通过接口通信降低耦合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14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前后端分离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前端专注界面交互，后端专注业务逻辑，独立开发部署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657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无状态认证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JWT令牌机制，服务端不存储会话，支持水平扩展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800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数据安全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BCrypt加盐哈希存储密码，拦截器验证令牌防未授权访问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8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功能模块划分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t>❶ 用户认证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邮箱注册 / 账号登录 / JWT令牌校验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密码BCrypt加密 / 全局登录状态管理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t>❷ 文章浏览与选择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五大分类标签筛选 / 关键词模糊搜索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分页展示 / 文章标题跳转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46304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t>❸ 文章阅读与互动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Markdown渲染 / 评论发布删除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点赞收藏切换 / 多格式文件下载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t>❹ 智能创作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富文本编辑器 / AI续写总结标题优化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草稿本地暂存 / 在线发布编辑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3192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t>❺ 知识图谱与仪表盘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关键词提取 / 力导向图可视化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写作数据多维度统计图表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393192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t>❻ 个人中心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头像上传 / 信息编辑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· 我的文章·收藏·点赞分页管理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9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关键技术选型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层次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选型理由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前端框架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Vue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组合式API提升逻辑复用性，响应式系统性能优异，社区活跃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UI组件库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Element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2.x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成熟的Vue3组件库，提供表格、表单、分页等丰富UI组件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ECharts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5.x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支持力导向图、柱状图、饼图等20+图表类型，配置式开发效率高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HTTP客户端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Axios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1.x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基于Promise的HTTP客户端，支持请求拦截与响应拦截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后端框架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Spring Boot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简化Spring应用搭建，内嵌Tomcat，自动配置，开发效率高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持久层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MyBatis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灵活的SQL映射框架，支持注解和XML两种方式，对复杂查询友好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8.x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成熟的关系型数据库，事务支持完善，社区资源丰富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编辑器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wangEditor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5.x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开源Web富文本编辑器，轻量级、易集成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10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数据库设计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685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数据表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核心字段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user (用户表)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id, name, email, password, phone, avatar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密码经BCrypt加密存储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article (文章表)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id, article_title, article_sign, article_content, author_id, likes, favorites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正文以Markdown源文本存储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comment (评论表)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id, article_id, user_id, content, create_time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关联文章与用户信息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likes (点赞表)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id, user_id, article_id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用户-文章点赞关联记录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favorites (收藏表)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id, user_id, article_id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用户-文章收藏关联记录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55279" y="1371600"/>
            <a:ext cx="38404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关联表模式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点赞与收藏采用独立关联表，添加时INSERT，取消时DELETE，同步更新文章表计数字段。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108960"/>
            <a:ext cx="38404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Markdown源文本存储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正文以Markdown原始格式存入数据库，前端预览组件实时渲染，下载时按需转换格式。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846320"/>
            <a:ext cx="38404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分页查询设计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通过偏移量计算实现手动分页，每次请求携带页码，后端计算LIMIT起始位置并执行COUNT查询。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安全方案与业务流程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JWT 无状态认证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登录后生成JWT令牌（含用户标识、有效期1小时），前端存入localStorage，后续请求在请求头中携带令牌。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30352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BCrypt 密码加密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注册和登录时密码经BCrypt加盐哈希处理，比对时调用验证方法而非明文比较。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0352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拦截器白名单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注册、登录、文章查询等公开接口直接放行；创作、点赞、收藏、下载需校验令牌，失败返回401。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游客流程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浏览首页 → 按分类/关键词浏览 → 阅读正文 → 查看评论 → 注册/登录获取完整权限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17520"/>
            <a:ext cx="50292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注册用户流程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登录 → 浏览/搜索 → 阅读互动（评论/点赞/收藏/下载）→ AI辅助创作 → 发布 → 查看图谱仪表盘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663440"/>
            <a:ext cx="50292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文章编辑流程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个人中心 → 我的文章 → 编辑 → 自动加载原文 → 修订 → 提交更新 → 返回列表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12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用户认证模块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📝 用户注册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前端实时格式校验：邮箱正则匹配、手机号11位验证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提交后后端检查邮箱唯一性防止重复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密码经BCrypt加盐哈希后写入数据库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记录注册时间，成功后引导至登录页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🔑 用户登录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根据邮箱查询用户，BCrypt比对密码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验证通过后生成JWT令牌（HS256签名，1小时有效）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令牌+用户信息返回前端存入localStorage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更新全局登录状态，导航栏动态切换菜单项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🛡️ 鉴权与拦截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白名单路径（注册/登录/查询/评论列表）直接放行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其余接口从请求头提取Token，验证签名与有效期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校验失败返回401，前端提示重新登录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👥 角色权限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游客：浏览文章、阅读内容、查看评论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注册用户：全部功能（创作、互动、下载、数据分析）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13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文章浏览与搜索模块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🏷️ 分类标签筛选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五个标签：全部、日常、技术、杂谈、其他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点击标签切换分类标识，重置页码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后端根据分类参数在SQL中添加过滤条件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每页返回10条记录，含总条数供分页使用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🔍 关键词模糊搜索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搜索框支持回车或按钮触发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对文章标题和内容同时LIKE模糊匹配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搜索结果按时间倒序，支持分页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搜索模式显示清除按钮，点击恢复分类列表</a:t>
            </a:r>
          </a:p>
        </p:txBody>
      </p:sp>
      <p:pic>
        <p:nvPicPr>
          <p:cNvPr id="8" name="Picture 7" descr="浏览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303520" cy="24285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48646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t>▲ 文章浏览界面 — 分类标签 + 关键词搜索 + 分页展示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文章阅读与互动模块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2004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📖 文章阅读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左右两栏布局：左侧作者信息与作品列表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右侧使用预览组件实时渲染Markdown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当前文章高亮，点击其他作品可无缝切换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同时加载评论、作者作品、点赞收藏状态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32004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💬 评论互动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输入区+列表展示区两级结构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点击输入框检查登录状态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提交后写入评论表并刷新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本人评论悬浮显示删除按钮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292608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❤️ 点赞与收藏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切换式操作：首次添加、再次取消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加载时查询状态初始化按钮样式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关联表INSERT/DELETE同步更新计数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已点赞粉色高亮，已收藏金色高亮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931920"/>
            <a:ext cx="292608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📥 多格式下载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Markdown：原样输出正文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纯文本TXT：去除Markdown标记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EPUB：遵循OCF 2.0.1标准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前端Blob触发浏览器下载含进度提示</a:t>
            </a:r>
          </a:p>
        </p:txBody>
      </p:sp>
      <p:pic>
        <p:nvPicPr>
          <p:cNvPr id="10" name="Picture 9" descr="文章详情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1901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40919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t>▲ 文章阅读界面 — Markdown渲染</a:t>
            </a:r>
          </a:p>
        </p:txBody>
      </p:sp>
      <p:pic>
        <p:nvPicPr>
          <p:cNvPr id="12" name="Picture 11" descr="下载格式弹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931920"/>
            <a:ext cx="4114800" cy="26731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66522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t>▲ 多格式下载 — MD / TXT / EPUB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15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智能创作模块——编辑器与草稿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✍️ 富文本编辑器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集成wangEditor开源编辑器，提供丰富的排版工具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顶部区域：标题输入框 + 分类标签单选组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支持常用Markdown语法及所见即所得编辑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右下角悬浮显示保存草稿和发布文章按钮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💾 草稿暂存与发布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点击保存草稿时将标题、标签、正文序列化为JSON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存储于浏览器localStorage，下次自动恢复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发布时校验标题、标签、正文非空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后端设置创建时间，初始化计数后写入文章表</a:t>
            </a:r>
          </a:p>
        </p:txBody>
      </p:sp>
      <p:pic>
        <p:nvPicPr>
          <p:cNvPr id="8" name="Picture 7" descr="创作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24126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48051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t>▲ 智能创作界面 — 富文本编辑器 + AI辅助工具 + 草稿暂存与发布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16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智能创作模块——AI 辅助写作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🤖 大语言模型集成方案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前端调用统一后端AI接口，通过动作类型参数区分功能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后端根据动作类型构建不同的提示词模板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模板+文章内容+标题打包发送至大模型API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返回结果封装为响应对象回传前端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📋 提示词设计思路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续写：请根据以下内容继续撰写...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总结：请提炼以下文章的核心要点...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标题优化：请为以下文章生成更有吸引力的标题...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错误检测：请检查以下文本的错别字和语法问题...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📝 续写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根据上下文继续生成内容，追加到编辑器末尾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📊 总结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自动提炼文章核心观点与要点，追加到末尾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7432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💡 标题优化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生成多条标题建议，以弹窗形式展示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7432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🔍 错误检测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排查错别字与语法问题，弹窗呈现结果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17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知识图谱模块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F47"/>
                </a:solidFill>
              </a:defRPr>
            </a:pPr>
            <a:r>
              <a:t>🧠 图谱构建算法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9075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t>获取数据：前端请求作者全部文章列表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774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3647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t>节点创建：每篇文章生成节点，分类标签生成聚合节点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346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8219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t>标题分词：滑动窗口（2~4字）提取词语片段，过滤停用词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918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2791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t>关键词匹配：记录每篇文章关键词集合，两两比对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749039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7363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t>关联连线：共享关键词的文章之间建立连线表示知识关联</a:t>
            </a:r>
          </a:p>
        </p:txBody>
      </p:sp>
      <p:pic>
        <p:nvPicPr>
          <p:cNvPr id="17" name="Picture 16" descr="知识图谱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3193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6863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t>▲ 知识图谱 — 力导向图呈现文章间的关键词关联网络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18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写作数据仪表盘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54864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统计指标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数据来源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呈现方式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文章总数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COUNT(id)聚合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渐变色数据卡片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总字数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SUM(LENGTH)聚合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渐变色数据卡片（含单位换算）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收获点赞数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SUM(likes)聚合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渐变色数据卡片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被收藏数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SUM(favorites)聚合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渐变色数据卡片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每日发文趋势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GROUP BY create_time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柱状图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文章分类占比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GROUP BY article_sign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环形饼图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热门文章TOP5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ORDER BY likes DESC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排行列表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6" descr="仪表盘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3371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6863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t>▲ 写作仪表盘 — 核心数据卡片 + 发文趋势柱状图 + 分类占比饼图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19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个人中心模块与系统测试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48640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👤 个人信息管理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查看/编辑双模式切换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头像上传支持JPG/PNG/GIF，不超过2MB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后端UUID重命名防冲突后保存至本地目录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548640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📋 我的文章·收藏·点赞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按作者查询文章列表，提供编辑/删除按钮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我的收藏和点赞通过关联表JOIN查询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卡片列表展示，点击标题跳转详情，支持分页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71600"/>
          <a:ext cx="50292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测试模块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测试项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登录注册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正确/错误/空值/重复 共9组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首页导航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5卡片跳转+回退 共10步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文章浏览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5标签+搜索+分页 共8步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文章详情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切换/评论/点赞/收藏/下载 共11步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AI写作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续写/总结/标题/纠错/草稿/发布 共10步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个人中心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信息编辑/文章管理/收藏点赞 共13步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t>PART 04 ·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20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t>研究成果与展望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t>✅ 研究成果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1. 基于 SpringBoot + Vue3 + MyBatis + MySQL 技术栈完成了个人智能笔记系统的前后端全流程开发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2. 实现了 Markdown 在线编辑、分类检索、评论互动、点赞收藏、多格式下载（MD/TXT/EPUB）等完整功能链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3. 接入大语言模型 API，完成了续写、总结、标题优化与错误检测四项 AI 辅助写作功能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4. 通过标题关键词提取与关联匹配构建知识网络，以力导向图与写作仪表盘实现数据可视化分析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t>5. 经数十组测试用例验证，各模块运行稳定，核心业务流程均正常完成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💡 创新点：数据自主可控 · AI辅助写作 · 知识图谱力导向图可视化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t>🔮 不足与展望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03520"/>
            <a:ext cx="10881360" cy="4389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关键词提取优化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当前使用滑动窗口分词匹配，精度有限。后续可引入 TF-IDF 或 NLP 词频算法提升关联质量。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AI 功能扩展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目前支持四项AI功能。下一步可扩展写作风格调整、智能标签推荐、大纲生成等能力。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6309360"/>
            <a:ext cx="10881360" cy="4389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9144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t>多端适配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t>• 当前仅支持PC端。后续可引入响应式布局，适配平板与手机端，提升移动场景下便捷性。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0" y="1828800"/>
            <a:ext cx="822960" cy="508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A3F47"/>
                </a:solidFill>
              </a:defRPr>
            </a:pPr>
            <a:r>
              <a:t>致  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t>衷心感谢姜靓老师在本论文选题、方案设计与撰写过程中的悉心指导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t>感谢各位评审老师在百忙之中对本文的审阅与指正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t>感谢家人的支持与陪伴，让我能够心无旁骛地完成学业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t>感谢大学四年间所有授课老师的教导与帮助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—— 请各位老师批评指正 ——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1642</Words>
  <Application>Microsoft Office PowerPoint</Application>
  <PresentationFormat>宽屏</PresentationFormat>
  <Paragraphs>396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3167131137@qq.com</cp:lastModifiedBy>
  <cp:revision>1</cp:revision>
  <dcterms:created xsi:type="dcterms:W3CDTF">2013-01-27T09:14:16Z</dcterms:created>
  <dcterms:modified xsi:type="dcterms:W3CDTF">2026-06-02T13:59:16Z</dcterms:modified>
  <cp:category/>
</cp:coreProperties>
</file>